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26"/>
  </p:notesMasterIdLst>
  <p:handoutMasterIdLst>
    <p:handoutMasterId r:id="rId27"/>
  </p:handoutMasterIdLst>
  <p:sldIdLst>
    <p:sldId id="380" r:id="rId2"/>
    <p:sldId id="382" r:id="rId3"/>
    <p:sldId id="441" r:id="rId4"/>
    <p:sldId id="383" r:id="rId5"/>
    <p:sldId id="422" r:id="rId6"/>
    <p:sldId id="423" r:id="rId7"/>
    <p:sldId id="424" r:id="rId8"/>
    <p:sldId id="425" r:id="rId9"/>
    <p:sldId id="426" r:id="rId10"/>
    <p:sldId id="427" r:id="rId11"/>
    <p:sldId id="428" r:id="rId12"/>
    <p:sldId id="429" r:id="rId13"/>
    <p:sldId id="430" r:id="rId14"/>
    <p:sldId id="431" r:id="rId15"/>
    <p:sldId id="432" r:id="rId16"/>
    <p:sldId id="433" r:id="rId17"/>
    <p:sldId id="434" r:id="rId18"/>
    <p:sldId id="435" r:id="rId19"/>
    <p:sldId id="436" r:id="rId20"/>
    <p:sldId id="437" r:id="rId21"/>
    <p:sldId id="439" r:id="rId22"/>
    <p:sldId id="438" r:id="rId23"/>
    <p:sldId id="440" r:id="rId24"/>
    <p:sldId id="34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75789" autoAdjust="0"/>
  </p:normalViewPr>
  <p:slideViewPr>
    <p:cSldViewPr snapToGrid="0" showGuides="1">
      <p:cViewPr varScale="1">
        <p:scale>
          <a:sx n="84" d="100"/>
          <a:sy n="84" d="100"/>
        </p:scale>
        <p:origin x="1560" y="7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A34920-2CCC-493F-BB96-0A5D006BE3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CD8A3F1-08D8-4DED-BE0C-30EC1AF568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DDC74B-41B2-442D-8C20-B6050DDDA44E}" type="datetime1">
              <a:rPr lang="en-US" smtClean="0"/>
              <a:t>12/18/2021</a:t>
            </a:fld>
            <a:endParaRPr lang="en-US"/>
          </a:p>
        </p:txBody>
      </p:sp>
      <p:sp>
        <p:nvSpPr>
          <p:cNvPr id="4" name="Footer Placeholder 3">
            <a:extLst>
              <a:ext uri="{FF2B5EF4-FFF2-40B4-BE49-F238E27FC236}">
                <a16:creationId xmlns:a16="http://schemas.microsoft.com/office/drawing/2014/main" id="{F817082F-685C-4624-A5E7-28D2C1D57B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DBD801-B70C-4544-AEE2-DF596EEDFB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B21132-FBDA-4A03-8008-A33FF9BFF795}" type="slidenum">
              <a:rPr lang="en-US" smtClean="0"/>
              <a:t>‹#›</a:t>
            </a:fld>
            <a:endParaRPr lang="en-US"/>
          </a:p>
        </p:txBody>
      </p:sp>
    </p:spTree>
    <p:extLst>
      <p:ext uri="{BB962C8B-B14F-4D97-AF65-F5344CB8AC3E}">
        <p14:creationId xmlns:p14="http://schemas.microsoft.com/office/powerpoint/2010/main" val="1908499327"/>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957BCF-9C8D-4144-BC37-A571A5F21A50}" type="datetime1">
              <a:rPr lang="en-US" smtClean="0"/>
              <a:t>12/18/2021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The </a:t>
            </a:r>
            <a:r>
              <a:rPr lang="en-US" altLang="en-US" dirty="0">
                <a:latin typeface="Courier New" panose="02070309020205020404" pitchFamily="49" charset="0"/>
              </a:rPr>
              <a:t>NVL2</a:t>
            </a:r>
            <a:r>
              <a:rPr lang="en-US" altLang="en-US" dirty="0">
                <a:latin typeface="Times New Roman" panose="02020603050405020304" pitchFamily="18" charset="0"/>
              </a:rPr>
              <a:t> function examines the first expression. If the first expression is not null, then the </a:t>
            </a:r>
            <a:r>
              <a:rPr lang="en-US" altLang="en-US" dirty="0">
                <a:latin typeface="Courier New" panose="02070309020205020404" pitchFamily="49" charset="0"/>
              </a:rPr>
              <a:t>NVL2</a:t>
            </a:r>
            <a:r>
              <a:rPr lang="en-US" altLang="en-US" dirty="0">
                <a:latin typeface="Times New Roman" panose="02020603050405020304" pitchFamily="18" charset="0"/>
              </a:rPr>
              <a:t> function returns the second expression. If the first expression is null, then the third expression is returned</a:t>
            </a:r>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93957BCF-9C8D-4144-BC37-A571A5F21A50}" type="datetime1">
              <a:rPr lang="en-US" smtClean="0"/>
              <a:t>12/18/2021</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652F1279-6CE4-4169-83D3-4483097B6907}" type="slidenum">
              <a:rPr lang="en-US" smtClean="0"/>
              <a:t>17</a:t>
            </a:fld>
            <a:endParaRPr lang="en-US"/>
          </a:p>
        </p:txBody>
      </p:sp>
    </p:spTree>
    <p:extLst>
      <p:ext uri="{BB962C8B-B14F-4D97-AF65-F5344CB8AC3E}">
        <p14:creationId xmlns:p14="http://schemas.microsoft.com/office/powerpoint/2010/main" val="3245302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Arial" panose="020B0604020202020204" pitchFamily="34" charset="0"/>
              </a:rPr>
              <a:t>Using the </a:t>
            </a:r>
            <a:r>
              <a:rPr lang="en-US" altLang="en-US" dirty="0">
                <a:latin typeface="Courier New" panose="02070309020205020404" pitchFamily="49" charset="0"/>
              </a:rPr>
              <a:t>CASE</a:t>
            </a:r>
            <a:r>
              <a:rPr lang="en-US" altLang="en-US" dirty="0">
                <a:latin typeface="Arial" panose="020B0604020202020204" pitchFamily="34" charset="0"/>
              </a:rPr>
              <a:t> Expression</a:t>
            </a:r>
          </a:p>
          <a:p>
            <a:pPr lvl="1" eaLnBrk="1" hangingPunct="1"/>
            <a:r>
              <a:rPr lang="en-US" altLang="en-US" dirty="0">
                <a:latin typeface="Times New Roman" panose="02020603050405020304" pitchFamily="18" charset="0"/>
              </a:rPr>
              <a:t>In the SQL statement in the slide, the value of </a:t>
            </a:r>
            <a:r>
              <a:rPr lang="en-US" altLang="en-US" dirty="0">
                <a:latin typeface="Courier New" panose="02070309020205020404" pitchFamily="49" charset="0"/>
              </a:rPr>
              <a:t>JOB_ID</a:t>
            </a:r>
            <a:r>
              <a:rPr lang="en-US" altLang="en-US" dirty="0">
                <a:latin typeface="Times New Roman" panose="02020603050405020304" pitchFamily="18" charset="0"/>
              </a:rPr>
              <a:t> is decoded. If </a:t>
            </a:r>
            <a:r>
              <a:rPr lang="en-US" altLang="en-US" dirty="0">
                <a:latin typeface="Courier New" panose="02070309020205020404" pitchFamily="49" charset="0"/>
              </a:rPr>
              <a:t>JOB_ID</a:t>
            </a:r>
            <a:r>
              <a:rPr lang="en-US" altLang="en-US" dirty="0">
                <a:latin typeface="Times New Roman" panose="02020603050405020304" pitchFamily="18" charset="0"/>
              </a:rPr>
              <a:t> is </a:t>
            </a:r>
            <a:r>
              <a:rPr lang="en-US" altLang="en-US" dirty="0">
                <a:latin typeface="Courier New" panose="02070309020205020404" pitchFamily="49" charset="0"/>
              </a:rPr>
              <a:t>IT_PROG</a:t>
            </a:r>
            <a:r>
              <a:rPr lang="en-US" altLang="en-US" dirty="0">
                <a:latin typeface="Times New Roman" panose="02020603050405020304" pitchFamily="18" charset="0"/>
              </a:rPr>
              <a:t>, the salary increase is 10%; if </a:t>
            </a:r>
            <a:r>
              <a:rPr lang="en-US" altLang="en-US" dirty="0">
                <a:latin typeface="Courier New" panose="02070309020205020404" pitchFamily="49" charset="0"/>
              </a:rPr>
              <a:t>JOB_ID</a:t>
            </a:r>
            <a:r>
              <a:rPr lang="en-US" altLang="en-US" dirty="0">
                <a:latin typeface="Times New Roman" panose="02020603050405020304" pitchFamily="18" charset="0"/>
              </a:rPr>
              <a:t> is </a:t>
            </a:r>
            <a:r>
              <a:rPr lang="en-US" altLang="en-US" dirty="0">
                <a:latin typeface="Courier New" panose="02070309020205020404" pitchFamily="49" charset="0"/>
              </a:rPr>
              <a:t>ST_CLERK</a:t>
            </a:r>
            <a:r>
              <a:rPr lang="en-US" altLang="en-US" dirty="0">
                <a:latin typeface="Times New Roman" panose="02020603050405020304" pitchFamily="18" charset="0"/>
              </a:rPr>
              <a:t>, the salary increase is 15%; if </a:t>
            </a:r>
            <a:r>
              <a:rPr lang="en-US" altLang="en-US" dirty="0">
                <a:latin typeface="Courier New" panose="02070309020205020404" pitchFamily="49" charset="0"/>
              </a:rPr>
              <a:t>JOB_ID</a:t>
            </a:r>
            <a:r>
              <a:rPr lang="en-US" altLang="en-US" dirty="0">
                <a:latin typeface="Times New Roman" panose="02020603050405020304" pitchFamily="18" charset="0"/>
              </a:rPr>
              <a:t> is </a:t>
            </a:r>
            <a:r>
              <a:rPr lang="en-US" altLang="en-US" dirty="0">
                <a:latin typeface="Courier New" panose="02070309020205020404" pitchFamily="49" charset="0"/>
              </a:rPr>
              <a:t>SA_REP</a:t>
            </a:r>
            <a:r>
              <a:rPr lang="en-US" altLang="en-US" dirty="0">
                <a:latin typeface="Times New Roman" panose="02020603050405020304" pitchFamily="18" charset="0"/>
              </a:rPr>
              <a:t>, the salary increase is 20%. For all other job roles, there is no increase in salary.</a:t>
            </a:r>
          </a:p>
          <a:p>
            <a:pPr lvl="1" eaLnBrk="1" hangingPunct="1"/>
            <a:r>
              <a:rPr lang="en-US" altLang="en-US" dirty="0">
                <a:latin typeface="Times New Roman" panose="02020603050405020304" pitchFamily="18" charset="0"/>
              </a:rPr>
              <a:t>The same statement can be written with the </a:t>
            </a:r>
            <a:r>
              <a:rPr lang="en-US" altLang="en-US" dirty="0">
                <a:latin typeface="Courier New" panose="02070309020205020404" pitchFamily="49" charset="0"/>
              </a:rPr>
              <a:t>DECODE</a:t>
            </a:r>
            <a:r>
              <a:rPr lang="en-US" altLang="en-US" dirty="0">
                <a:latin typeface="Times New Roman" panose="02020603050405020304" pitchFamily="18" charset="0"/>
              </a:rPr>
              <a:t> function.</a:t>
            </a:r>
          </a:p>
          <a:p>
            <a:pPr lvl="1" eaLnBrk="1" hangingPunct="1"/>
            <a:r>
              <a:rPr lang="en-US" altLang="en-US" dirty="0">
                <a:latin typeface="Times New Roman" panose="02020603050405020304" pitchFamily="18" charset="0"/>
              </a:rPr>
              <a:t>This is an example of a searched </a:t>
            </a:r>
            <a:r>
              <a:rPr lang="en-US" altLang="en-US" dirty="0">
                <a:latin typeface="Courier New" panose="02070309020205020404" pitchFamily="49" charset="0"/>
              </a:rPr>
              <a:t>CASE</a:t>
            </a:r>
            <a:r>
              <a:rPr lang="en-US" altLang="en-US" dirty="0">
                <a:latin typeface="Times New Roman" panose="02020603050405020304" pitchFamily="18" charset="0"/>
              </a:rPr>
              <a:t> expression. In a searched </a:t>
            </a:r>
            <a:r>
              <a:rPr lang="en-US" altLang="en-US" dirty="0">
                <a:latin typeface="Courier New" panose="02070309020205020404" pitchFamily="49" charset="0"/>
              </a:rPr>
              <a:t>CASE</a:t>
            </a:r>
            <a:r>
              <a:rPr lang="en-US" altLang="en-US" dirty="0">
                <a:latin typeface="Times New Roman" panose="02020603050405020304" pitchFamily="18" charset="0"/>
              </a:rPr>
              <a:t> expression, the search occurs from left to right until an occurrence of the listed condition is found, and then it returns the return expression. If no condition is found to be true, and if an </a:t>
            </a:r>
            <a:r>
              <a:rPr lang="en-US" altLang="en-US" dirty="0">
                <a:latin typeface="Courier New" panose="02070309020205020404" pitchFamily="49" charset="0"/>
              </a:rPr>
              <a:t>ELSE</a:t>
            </a:r>
            <a:r>
              <a:rPr lang="en-US" altLang="en-US" dirty="0">
                <a:latin typeface="Times New Roman" panose="02020603050405020304" pitchFamily="18" charset="0"/>
              </a:rPr>
              <a:t> clause exists, the return expression in the </a:t>
            </a:r>
            <a:r>
              <a:rPr lang="en-US" altLang="en-US" dirty="0">
                <a:latin typeface="Courier New" panose="02070309020205020404" pitchFamily="49" charset="0"/>
              </a:rPr>
              <a:t>ELSE</a:t>
            </a:r>
            <a:r>
              <a:rPr lang="en-US" altLang="en-US" dirty="0">
                <a:latin typeface="Times New Roman" panose="02020603050405020304" pitchFamily="18" charset="0"/>
              </a:rPr>
              <a:t> clause is returned; otherwise, a </a:t>
            </a:r>
            <a:r>
              <a:rPr lang="en-US" altLang="en-US" dirty="0">
                <a:latin typeface="Courier New" panose="02070309020205020404" pitchFamily="49" charset="0"/>
              </a:rPr>
              <a:t>NULL</a:t>
            </a:r>
            <a:r>
              <a:rPr lang="en-US" altLang="en-US" dirty="0">
                <a:latin typeface="Times New Roman" panose="02020603050405020304" pitchFamily="18" charset="0"/>
              </a:rPr>
              <a:t> is returned.</a:t>
            </a:r>
          </a:p>
          <a:p>
            <a:pPr lvl="4" eaLnBrk="1" hangingPunct="1"/>
            <a:r>
              <a:rPr lang="en-US" altLang="en-US" dirty="0"/>
              <a:t>SELECT </a:t>
            </a:r>
            <a:r>
              <a:rPr lang="en-US" altLang="en-US" dirty="0" err="1"/>
              <a:t>last_name,salary</a:t>
            </a:r>
            <a:r>
              <a:rPr lang="en-US" altLang="en-US" dirty="0"/>
              <a:t>, </a:t>
            </a:r>
          </a:p>
          <a:p>
            <a:pPr lvl="4" eaLnBrk="1" hangingPunct="1"/>
            <a:r>
              <a:rPr lang="en-US" altLang="en-US" dirty="0"/>
              <a:t>(CASE WHEN salary&lt;5000 THEN 'Low' </a:t>
            </a:r>
          </a:p>
          <a:p>
            <a:pPr lvl="4" eaLnBrk="1" hangingPunct="1"/>
            <a:r>
              <a:rPr lang="en-US" altLang="en-US" dirty="0"/>
              <a:t>      WHEN salary&lt;10000 THEN 'Medium' </a:t>
            </a:r>
          </a:p>
          <a:p>
            <a:pPr lvl="4" eaLnBrk="1" hangingPunct="1"/>
            <a:r>
              <a:rPr lang="en-US" altLang="en-US" dirty="0"/>
              <a:t>      WHEN salary&lt;20000 THEN 'Good' </a:t>
            </a:r>
          </a:p>
          <a:p>
            <a:pPr lvl="4" eaLnBrk="1" hangingPunct="1"/>
            <a:r>
              <a:rPr lang="en-US" altLang="en-US" dirty="0"/>
              <a:t>      ELSE 'Excellent' </a:t>
            </a:r>
          </a:p>
          <a:p>
            <a:pPr lvl="4" eaLnBrk="1" hangingPunct="1"/>
            <a:r>
              <a:rPr lang="en-US" altLang="en-US" dirty="0"/>
              <a:t>END) </a:t>
            </a:r>
            <a:r>
              <a:rPr lang="en-US" altLang="en-US" dirty="0" err="1"/>
              <a:t>qualified_salary</a:t>
            </a:r>
            <a:r>
              <a:rPr lang="en-US" altLang="en-US" dirty="0"/>
              <a:t> </a:t>
            </a:r>
          </a:p>
          <a:p>
            <a:pPr lvl="4" eaLnBrk="1" hangingPunct="1"/>
            <a:r>
              <a:rPr lang="en-US" altLang="en-US" dirty="0"/>
              <a:t>FROM employees;</a:t>
            </a:r>
          </a:p>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93957BCF-9C8D-4144-BC37-A571A5F21A50}" type="datetime1">
              <a:rPr lang="en-US" smtClean="0"/>
              <a:t>12/18/2021</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652F1279-6CE4-4169-83D3-4483097B6907}" type="slidenum">
              <a:rPr lang="en-US" smtClean="0"/>
              <a:t>21</a:t>
            </a:fld>
            <a:endParaRPr lang="en-US"/>
          </a:p>
        </p:txBody>
      </p:sp>
    </p:spTree>
    <p:extLst>
      <p:ext uri="{BB962C8B-B14F-4D97-AF65-F5344CB8AC3E}">
        <p14:creationId xmlns:p14="http://schemas.microsoft.com/office/powerpoint/2010/main" val="1136332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221931" y="151090"/>
            <a:ext cx="11573197" cy="724247"/>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3" name="Date Placeholder 3">
            <a:extLst>
              <a:ext uri="{FF2B5EF4-FFF2-40B4-BE49-F238E27FC236}">
                <a16:creationId xmlns:a16="http://schemas.microsoft.com/office/drawing/2014/main" id="{BB28435D-5A7D-4E90-A37F-EDBD425A616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561F1149-C345-4B9D-AACF-2A5EF2D4C826}" type="datetime1">
              <a:rPr lang="en-US" smtClean="0"/>
              <a:t>12/18/2021</a:t>
            </a:fld>
            <a:endParaRPr lang="en-US" dirty="0"/>
          </a:p>
        </p:txBody>
      </p:sp>
      <p:sp>
        <p:nvSpPr>
          <p:cNvPr id="4" name="Footer Placeholder 4">
            <a:extLst>
              <a:ext uri="{FF2B5EF4-FFF2-40B4-BE49-F238E27FC236}">
                <a16:creationId xmlns:a16="http://schemas.microsoft.com/office/drawing/2014/main" id="{80A876F4-ACFF-49FD-8F26-3CA093641539}"/>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24727E3A-E48D-402B-9B16-874181B80D0E}"/>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899324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68A96443-C69B-4C02-9C5D-81F1E4AB63C0}"/>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B186468-4DAF-44C8-BEF2-7F21807B27F8}" type="datetime1">
              <a:rPr lang="en-US" smtClean="0"/>
              <a:t>12/18/2021</a:t>
            </a:fld>
            <a:endParaRPr lang="en-US" dirty="0"/>
          </a:p>
        </p:txBody>
      </p:sp>
      <p:sp>
        <p:nvSpPr>
          <p:cNvPr id="4" name="Footer Placeholder 4">
            <a:extLst>
              <a:ext uri="{FF2B5EF4-FFF2-40B4-BE49-F238E27FC236}">
                <a16:creationId xmlns:a16="http://schemas.microsoft.com/office/drawing/2014/main" id="{7BE3F472-8C69-40BE-9841-EFAFA7A027E4}"/>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B801D2B3-EC79-441F-8B74-AD16B0B72E29}"/>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449694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7A6FAFA-BA47-4E44-9C30-A55582EFAC47}"/>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495BD076-2F28-46F9-AE28-3B4681D62138}" type="datetime1">
              <a:rPr lang="en-US" smtClean="0"/>
              <a:t>12/18/2021</a:t>
            </a:fld>
            <a:endParaRPr lang="en-US" dirty="0"/>
          </a:p>
        </p:txBody>
      </p:sp>
      <p:sp>
        <p:nvSpPr>
          <p:cNvPr id="3" name="Footer Placeholder 4">
            <a:extLst>
              <a:ext uri="{FF2B5EF4-FFF2-40B4-BE49-F238E27FC236}">
                <a16:creationId xmlns:a16="http://schemas.microsoft.com/office/drawing/2014/main" id="{95F34F2B-69C2-4D6D-8C49-FBA6066502E8}"/>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9BFB359B-7E77-4E90-95F0-53E006D68C23}"/>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055516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1F05EDF-D95F-4102-99B1-283460C6EEF1}"/>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85FF7FD6-46AC-404B-9CB2-41BA0B07351B}" type="datetime1">
              <a:rPr lang="en-US" smtClean="0"/>
              <a:t>12/18/2021</a:t>
            </a:fld>
            <a:endParaRPr lang="en-US" dirty="0"/>
          </a:p>
        </p:txBody>
      </p:sp>
      <p:sp>
        <p:nvSpPr>
          <p:cNvPr id="3" name="Footer Placeholder 4">
            <a:extLst>
              <a:ext uri="{FF2B5EF4-FFF2-40B4-BE49-F238E27FC236}">
                <a16:creationId xmlns:a16="http://schemas.microsoft.com/office/drawing/2014/main" id="{74077889-93F3-4401-8E7E-60DCFDACA90B}"/>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B06F420-981B-4189-BB2B-3361906D49AC}"/>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4583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C4C573E-FA13-46B5-944A-7B18EE40CA8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9080D19-3779-4E57-8F86-D87BF465D4CD}" type="datetime1">
              <a:rPr lang="en-US" smtClean="0"/>
              <a:t>12/18/2021</a:t>
            </a:fld>
            <a:endParaRPr lang="en-US" dirty="0"/>
          </a:p>
        </p:txBody>
      </p:sp>
      <p:sp>
        <p:nvSpPr>
          <p:cNvPr id="3" name="Footer Placeholder 4">
            <a:extLst>
              <a:ext uri="{FF2B5EF4-FFF2-40B4-BE49-F238E27FC236}">
                <a16:creationId xmlns:a16="http://schemas.microsoft.com/office/drawing/2014/main" id="{32CCAF7B-51B2-4F28-B847-3DF920857C0D}"/>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4A1B132-3A46-4090-83E6-9947DF7F3876}"/>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A1A6E33-8A0F-4192-83F6-2FB90AE8DE70}"/>
              </a:ext>
            </a:extLst>
          </p:cNvPr>
          <p:cNvSpPr>
            <a:spLocks noGrp="1"/>
          </p:cNvSpPr>
          <p:nvPr>
            <p:ph type="pic" idx="15" hasCustomPrompt="1"/>
          </p:nvPr>
        </p:nvSpPr>
        <p:spPr>
          <a:xfrm>
            <a:off x="3650191"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B7332FD6-4CCE-4EA6-A914-847EA767CDE7}"/>
              </a:ext>
            </a:extLst>
          </p:cNvPr>
          <p:cNvSpPr>
            <a:spLocks noGrp="1"/>
          </p:cNvSpPr>
          <p:nvPr>
            <p:ph type="pic" idx="16" hasCustomPrompt="1"/>
          </p:nvPr>
        </p:nvSpPr>
        <p:spPr>
          <a:xfrm>
            <a:off x="6403397"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5A41DCAB-7A97-4D72-8703-2A5EBB6B4047}"/>
              </a:ext>
            </a:extLst>
          </p:cNvPr>
          <p:cNvSpPr>
            <a:spLocks noGrp="1"/>
          </p:cNvSpPr>
          <p:nvPr>
            <p:ph type="pic" idx="17" hasCustomPrompt="1"/>
          </p:nvPr>
        </p:nvSpPr>
        <p:spPr>
          <a:xfrm>
            <a:off x="9156603"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DE59F880-57D5-4D69-ADDA-A3030C94684E}"/>
              </a:ext>
            </a:extLst>
          </p:cNvPr>
          <p:cNvSpPr>
            <a:spLocks noGrp="1"/>
          </p:cNvSpPr>
          <p:nvPr>
            <p:ph type="pic" idx="18" hasCustomPrompt="1"/>
          </p:nvPr>
        </p:nvSpPr>
        <p:spPr>
          <a:xfrm>
            <a:off x="896983" y="1769412"/>
            <a:ext cx="2124000" cy="2095028"/>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8" name="Date Placeholder 3">
            <a:extLst>
              <a:ext uri="{FF2B5EF4-FFF2-40B4-BE49-F238E27FC236}">
                <a16:creationId xmlns:a16="http://schemas.microsoft.com/office/drawing/2014/main" id="{35A3CC67-9E34-47F2-9BF9-9696B258E17D}"/>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5A9E13DE-1D8A-4A13-9C3E-9F533DF9A573}" type="datetime1">
              <a:rPr lang="en-US" smtClean="0"/>
              <a:t>12/18/2021</a:t>
            </a:fld>
            <a:endParaRPr lang="en-US" dirty="0"/>
          </a:p>
        </p:txBody>
      </p:sp>
      <p:sp>
        <p:nvSpPr>
          <p:cNvPr id="9" name="Footer Placeholder 4">
            <a:extLst>
              <a:ext uri="{FF2B5EF4-FFF2-40B4-BE49-F238E27FC236}">
                <a16:creationId xmlns:a16="http://schemas.microsoft.com/office/drawing/2014/main" id="{84924D20-E782-4BFA-86F5-054B71067969}"/>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10" name="Slide Number Placeholder 5">
            <a:extLst>
              <a:ext uri="{FF2B5EF4-FFF2-40B4-BE49-F238E27FC236}">
                <a16:creationId xmlns:a16="http://schemas.microsoft.com/office/drawing/2014/main" id="{0B12D70A-D009-41E8-8EAB-17709340900E}"/>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343D5AB-FDE8-4863-8B0B-FF0EDBC68861}"/>
              </a:ext>
            </a:extLst>
          </p:cNvPr>
          <p:cNvSpPr/>
          <p:nvPr userDrawn="1"/>
        </p:nvSpPr>
        <p:spPr>
          <a:xfrm>
            <a:off x="3657601" y="1899954"/>
            <a:ext cx="7513503" cy="32903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Rectangle 4">
            <a:extLst>
              <a:ext uri="{FF2B5EF4-FFF2-40B4-BE49-F238E27FC236}">
                <a16:creationId xmlns:a16="http://schemas.microsoft.com/office/drawing/2014/main" id="{A0C96F43-3876-47CC-B363-9FBE2E05752F}"/>
              </a:ext>
            </a:extLst>
          </p:cNvPr>
          <p:cNvSpPr/>
          <p:nvPr userDrawn="1"/>
        </p:nvSpPr>
        <p:spPr>
          <a:xfrm rot="20400000">
            <a:off x="1053733" y="2229400"/>
            <a:ext cx="2882539" cy="3413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Rectangle 5">
            <a:extLst>
              <a:ext uri="{FF2B5EF4-FFF2-40B4-BE49-F238E27FC236}">
                <a16:creationId xmlns:a16="http://schemas.microsoft.com/office/drawing/2014/main" id="{E4127DCA-3196-491D-86F7-98470FD4534B}"/>
              </a:ext>
            </a:extLst>
          </p:cNvPr>
          <p:cNvSpPr/>
          <p:nvPr userDrawn="1"/>
        </p:nvSpPr>
        <p:spPr>
          <a:xfrm rot="20640000">
            <a:off x="1079861" y="2203273"/>
            <a:ext cx="2882539" cy="34137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a:extLst>
              <a:ext uri="{FF2B5EF4-FFF2-40B4-BE49-F238E27FC236}">
                <a16:creationId xmlns:a16="http://schemas.microsoft.com/office/drawing/2014/main" id="{C0F3D9F4-8CA6-4676-B29C-CF1677EB90FF}"/>
              </a:ext>
            </a:extLst>
          </p:cNvPr>
          <p:cNvSpPr/>
          <p:nvPr userDrawn="1"/>
        </p:nvSpPr>
        <p:spPr>
          <a:xfrm rot="20971299">
            <a:off x="1114697" y="2133601"/>
            <a:ext cx="2882539" cy="3413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그림 개체 틀 2">
            <a:extLst>
              <a:ext uri="{FF2B5EF4-FFF2-40B4-BE49-F238E27FC236}">
                <a16:creationId xmlns:a16="http://schemas.microsoft.com/office/drawing/2014/main" id="{BCD635CC-1412-43AB-9F1C-D19087A8B8A1}"/>
              </a:ext>
            </a:extLst>
          </p:cNvPr>
          <p:cNvSpPr>
            <a:spLocks noGrp="1"/>
          </p:cNvSpPr>
          <p:nvPr>
            <p:ph type="pic" sz="quarter" idx="14" hasCustomPrompt="1"/>
          </p:nvPr>
        </p:nvSpPr>
        <p:spPr>
          <a:xfrm rot="20971299">
            <a:off x="1195970" y="2286623"/>
            <a:ext cx="2598071" cy="2355051"/>
          </a:xfrm>
          <a:prstGeom prst="rect">
            <a:avLst/>
          </a:prstGeom>
          <a:solidFill>
            <a:schemeClr val="bg1">
              <a:lumMod val="95000"/>
            </a:schemeClr>
          </a:solidFill>
        </p:spPr>
        <p:txBody>
          <a:bodyPr anchor="ct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FF4395D-1F64-44EA-9A5A-E02F2D02CE6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FF45022-3550-4D63-AA85-9D632F21AB71}" type="datetime1">
              <a:rPr lang="en-US" smtClean="0"/>
              <a:t>12/18/2021</a:t>
            </a:fld>
            <a:endParaRPr lang="en-US" dirty="0"/>
          </a:p>
        </p:txBody>
      </p:sp>
      <p:sp>
        <p:nvSpPr>
          <p:cNvPr id="3" name="Footer Placeholder 4">
            <a:extLst>
              <a:ext uri="{FF2B5EF4-FFF2-40B4-BE49-F238E27FC236}">
                <a16:creationId xmlns:a16="http://schemas.microsoft.com/office/drawing/2014/main" id="{91070FFA-22F1-43B6-9A24-98CF33277420}"/>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58227E2-3F9F-462F-9FBB-39F8BA979C8A}"/>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FB08BDAF-A042-4560-BBD8-F1CA5D9DB155}"/>
              </a:ext>
            </a:extLst>
          </p:cNvPr>
          <p:cNvSpPr>
            <a:spLocks noGrp="1"/>
          </p:cNvSpPr>
          <p:nvPr>
            <p:ph type="pic" sz="quarter" idx="17" hasCustomPrompt="1"/>
          </p:nvPr>
        </p:nvSpPr>
        <p:spPr>
          <a:xfrm>
            <a:off x="7690343" y="2999128"/>
            <a:ext cx="2785716" cy="2784666"/>
          </a:xfrm>
          <a:custGeom>
            <a:avLst/>
            <a:gdLst>
              <a:gd name="connsiteX0" fmla="*/ 1137861 w 2785716"/>
              <a:gd name="connsiteY0" fmla="*/ 0 h 2784666"/>
              <a:gd name="connsiteX1" fmla="*/ 2785716 w 2785716"/>
              <a:gd name="connsiteY1" fmla="*/ 1140221 h 2784666"/>
              <a:gd name="connsiteX2" fmla="*/ 1647855 w 2785716"/>
              <a:gd name="connsiteY2" fmla="*/ 2784666 h 2784666"/>
              <a:gd name="connsiteX3" fmla="*/ 0 w 2785716"/>
              <a:gd name="connsiteY3" fmla="*/ 1644444 h 2784666"/>
            </a:gdLst>
            <a:ahLst/>
            <a:cxnLst>
              <a:cxn ang="0">
                <a:pos x="connsiteX0" y="connsiteY0"/>
              </a:cxn>
              <a:cxn ang="0">
                <a:pos x="connsiteX1" y="connsiteY1"/>
              </a:cxn>
              <a:cxn ang="0">
                <a:pos x="connsiteX2" y="connsiteY2"/>
              </a:cxn>
              <a:cxn ang="0">
                <a:pos x="connsiteX3" y="connsiteY3"/>
              </a:cxn>
            </a:cxnLst>
            <a:rect l="l" t="t" r="r" b="b"/>
            <a:pathLst>
              <a:path w="2785716" h="2784666">
                <a:moveTo>
                  <a:pt x="1137861" y="0"/>
                </a:moveTo>
                <a:lnTo>
                  <a:pt x="2785716" y="1140221"/>
                </a:lnTo>
                <a:lnTo>
                  <a:pt x="1647855" y="2784666"/>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20" name="Picture Placeholder 19">
            <a:extLst>
              <a:ext uri="{FF2B5EF4-FFF2-40B4-BE49-F238E27FC236}">
                <a16:creationId xmlns:a16="http://schemas.microsoft.com/office/drawing/2014/main" id="{E375B096-EBDB-4C71-BACA-9F780BF70233}"/>
              </a:ext>
            </a:extLst>
          </p:cNvPr>
          <p:cNvSpPr>
            <a:spLocks noGrp="1"/>
          </p:cNvSpPr>
          <p:nvPr>
            <p:ph type="pic" sz="quarter" idx="18" hasCustomPrompt="1"/>
          </p:nvPr>
        </p:nvSpPr>
        <p:spPr>
          <a:xfrm>
            <a:off x="4674655" y="3623111"/>
            <a:ext cx="2785716" cy="2770089"/>
          </a:xfrm>
          <a:custGeom>
            <a:avLst/>
            <a:gdLst>
              <a:gd name="connsiteX0" fmla="*/ 1137861 w 2785716"/>
              <a:gd name="connsiteY0" fmla="*/ 0 h 2770089"/>
              <a:gd name="connsiteX1" fmla="*/ 2785716 w 2785716"/>
              <a:gd name="connsiteY1" fmla="*/ 1140221 h 2770089"/>
              <a:gd name="connsiteX2" fmla="*/ 1657942 w 2785716"/>
              <a:gd name="connsiteY2" fmla="*/ 2770089 h 2770089"/>
              <a:gd name="connsiteX3" fmla="*/ 1626789 w 2785716"/>
              <a:gd name="connsiteY3" fmla="*/ 2770089 h 2770089"/>
              <a:gd name="connsiteX4" fmla="*/ 0 w 2785716"/>
              <a:gd name="connsiteY4" fmla="*/ 1644444 h 2770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5716" h="2770089">
                <a:moveTo>
                  <a:pt x="1137861" y="0"/>
                </a:moveTo>
                <a:lnTo>
                  <a:pt x="2785716" y="1140221"/>
                </a:lnTo>
                <a:lnTo>
                  <a:pt x="1657942" y="2770089"/>
                </a:lnTo>
                <a:lnTo>
                  <a:pt x="1626789" y="2770089"/>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19" name="Picture Placeholder 18">
            <a:extLst>
              <a:ext uri="{FF2B5EF4-FFF2-40B4-BE49-F238E27FC236}">
                <a16:creationId xmlns:a16="http://schemas.microsoft.com/office/drawing/2014/main" id="{31F3A08B-34AD-476C-9953-B19BAF7F628C}"/>
              </a:ext>
            </a:extLst>
          </p:cNvPr>
          <p:cNvSpPr>
            <a:spLocks noGrp="1"/>
          </p:cNvSpPr>
          <p:nvPr>
            <p:ph type="pic" sz="quarter" idx="19" hasCustomPrompt="1"/>
          </p:nvPr>
        </p:nvSpPr>
        <p:spPr>
          <a:xfrm>
            <a:off x="8893127" y="1209715"/>
            <a:ext cx="2785716" cy="2784666"/>
          </a:xfrm>
          <a:custGeom>
            <a:avLst/>
            <a:gdLst>
              <a:gd name="connsiteX0" fmla="*/ 1137861 w 2785716"/>
              <a:gd name="connsiteY0" fmla="*/ 0 h 2784666"/>
              <a:gd name="connsiteX1" fmla="*/ 2785716 w 2785716"/>
              <a:gd name="connsiteY1" fmla="*/ 1140221 h 2784666"/>
              <a:gd name="connsiteX2" fmla="*/ 1647855 w 2785716"/>
              <a:gd name="connsiteY2" fmla="*/ 2784666 h 2784666"/>
              <a:gd name="connsiteX3" fmla="*/ 0 w 2785716"/>
              <a:gd name="connsiteY3" fmla="*/ 1644444 h 2784666"/>
            </a:gdLst>
            <a:ahLst/>
            <a:cxnLst>
              <a:cxn ang="0">
                <a:pos x="connsiteX0" y="connsiteY0"/>
              </a:cxn>
              <a:cxn ang="0">
                <a:pos x="connsiteX1" y="connsiteY1"/>
              </a:cxn>
              <a:cxn ang="0">
                <a:pos x="connsiteX2" y="connsiteY2"/>
              </a:cxn>
              <a:cxn ang="0">
                <a:pos x="connsiteX3" y="connsiteY3"/>
              </a:cxn>
            </a:cxnLst>
            <a:rect l="l" t="t" r="r" b="b"/>
            <a:pathLst>
              <a:path w="2785716" h="2784666">
                <a:moveTo>
                  <a:pt x="1137861" y="0"/>
                </a:moveTo>
                <a:lnTo>
                  <a:pt x="2785716" y="1140221"/>
                </a:lnTo>
                <a:lnTo>
                  <a:pt x="1647855" y="2784666"/>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18" name="Picture Placeholder 17">
            <a:extLst>
              <a:ext uri="{FF2B5EF4-FFF2-40B4-BE49-F238E27FC236}">
                <a16:creationId xmlns:a16="http://schemas.microsoft.com/office/drawing/2014/main" id="{164DE5B1-7A92-485E-BF4B-DC34DB0ECFFE}"/>
              </a:ext>
            </a:extLst>
          </p:cNvPr>
          <p:cNvSpPr>
            <a:spLocks noGrp="1"/>
          </p:cNvSpPr>
          <p:nvPr>
            <p:ph type="pic" sz="quarter" idx="20" hasCustomPrompt="1"/>
          </p:nvPr>
        </p:nvSpPr>
        <p:spPr>
          <a:xfrm>
            <a:off x="5877439" y="1833693"/>
            <a:ext cx="2785716" cy="2784666"/>
          </a:xfrm>
          <a:custGeom>
            <a:avLst/>
            <a:gdLst>
              <a:gd name="connsiteX0" fmla="*/ 1137861 w 2785716"/>
              <a:gd name="connsiteY0" fmla="*/ 0 h 2784666"/>
              <a:gd name="connsiteX1" fmla="*/ 2785716 w 2785716"/>
              <a:gd name="connsiteY1" fmla="*/ 1140221 h 2784666"/>
              <a:gd name="connsiteX2" fmla="*/ 1647855 w 2785716"/>
              <a:gd name="connsiteY2" fmla="*/ 2784666 h 2784666"/>
              <a:gd name="connsiteX3" fmla="*/ 0 w 2785716"/>
              <a:gd name="connsiteY3" fmla="*/ 1644444 h 2784666"/>
            </a:gdLst>
            <a:ahLst/>
            <a:cxnLst>
              <a:cxn ang="0">
                <a:pos x="connsiteX0" y="connsiteY0"/>
              </a:cxn>
              <a:cxn ang="0">
                <a:pos x="connsiteX1" y="connsiteY1"/>
              </a:cxn>
              <a:cxn ang="0">
                <a:pos x="connsiteX2" y="connsiteY2"/>
              </a:cxn>
              <a:cxn ang="0">
                <a:pos x="connsiteX3" y="connsiteY3"/>
              </a:cxn>
            </a:cxnLst>
            <a:rect l="l" t="t" r="r" b="b"/>
            <a:pathLst>
              <a:path w="2785716" h="2784666">
                <a:moveTo>
                  <a:pt x="1137861" y="0"/>
                </a:moveTo>
                <a:lnTo>
                  <a:pt x="2785716" y="1140221"/>
                </a:lnTo>
                <a:lnTo>
                  <a:pt x="1647855" y="2784666"/>
                </a:lnTo>
                <a:lnTo>
                  <a:pt x="0" y="1644444"/>
                </a:lnTo>
                <a:close/>
              </a:path>
            </a:pathLst>
          </a:custGeom>
          <a:solidFill>
            <a:schemeClr val="bg1">
              <a:lumMod val="95000"/>
            </a:schemeClr>
          </a:solidFill>
        </p:spPr>
        <p:txBody>
          <a:bodyPr wrap="square" anchor="ctr">
            <a:noAutofit/>
          </a:bodyPr>
          <a:lstStyle>
            <a:lvl1pPr marL="0" indent="0" algn="ctr">
              <a:buNone/>
              <a:defRPr sz="900">
                <a:solidFill>
                  <a:schemeClr val="tx1">
                    <a:lumMod val="75000"/>
                    <a:lumOff val="25000"/>
                  </a:schemeClr>
                </a:solidFill>
              </a:defRPr>
            </a:lvl1pPr>
          </a:lstStyle>
          <a:p>
            <a:r>
              <a:rPr lang="en-US" altLang="ko-KR" dirty="0"/>
              <a:t>Place Your Picture Here</a:t>
            </a:r>
            <a:endParaRPr lang="ko-KR" altLang="en-US" dirty="0"/>
          </a:p>
        </p:txBody>
      </p:sp>
      <p:sp>
        <p:nvSpPr>
          <p:cNvPr id="6" name="Freeform: Shape 5">
            <a:extLst>
              <a:ext uri="{FF2B5EF4-FFF2-40B4-BE49-F238E27FC236}">
                <a16:creationId xmlns:a16="http://schemas.microsoft.com/office/drawing/2014/main" id="{D6D283E2-312F-41C5-9422-DB6C85B4455D}"/>
              </a:ext>
            </a:extLst>
          </p:cNvPr>
          <p:cNvSpPr/>
          <p:nvPr userDrawn="1"/>
        </p:nvSpPr>
        <p:spPr>
          <a:xfrm flipH="1">
            <a:off x="9483955" y="2398145"/>
            <a:ext cx="2708047" cy="3413083"/>
          </a:xfrm>
          <a:custGeom>
            <a:avLst/>
            <a:gdLst>
              <a:gd name="connsiteX0" fmla="*/ 0 w 2708047"/>
              <a:gd name="connsiteY0" fmla="*/ 0 h 3335839"/>
              <a:gd name="connsiteX1" fmla="*/ 347734 w 2708047"/>
              <a:gd name="connsiteY1" fmla="*/ 0 h 3335839"/>
              <a:gd name="connsiteX2" fmla="*/ 2708047 w 2708047"/>
              <a:gd name="connsiteY2" fmla="*/ 3335839 h 3335839"/>
              <a:gd name="connsiteX3" fmla="*/ 0 w 2708047"/>
              <a:gd name="connsiteY3" fmla="*/ 3335839 h 3335839"/>
            </a:gdLst>
            <a:ahLst/>
            <a:cxnLst>
              <a:cxn ang="0">
                <a:pos x="connsiteX0" y="connsiteY0"/>
              </a:cxn>
              <a:cxn ang="0">
                <a:pos x="connsiteX1" y="connsiteY1"/>
              </a:cxn>
              <a:cxn ang="0">
                <a:pos x="connsiteX2" y="connsiteY2"/>
              </a:cxn>
              <a:cxn ang="0">
                <a:pos x="connsiteX3" y="connsiteY3"/>
              </a:cxn>
            </a:cxnLst>
            <a:rect l="l" t="t" r="r" b="b"/>
            <a:pathLst>
              <a:path w="2708047" h="3335839">
                <a:moveTo>
                  <a:pt x="0" y="0"/>
                </a:moveTo>
                <a:lnTo>
                  <a:pt x="347734" y="0"/>
                </a:lnTo>
                <a:lnTo>
                  <a:pt x="2708047" y="3335839"/>
                </a:lnTo>
                <a:lnTo>
                  <a:pt x="0" y="3335839"/>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Freeform: Shape 12">
            <a:extLst>
              <a:ext uri="{FF2B5EF4-FFF2-40B4-BE49-F238E27FC236}">
                <a16:creationId xmlns:a16="http://schemas.microsoft.com/office/drawing/2014/main" id="{B1AAC7CE-37C6-4882-8A2F-D617C7403A00}"/>
              </a:ext>
            </a:extLst>
          </p:cNvPr>
          <p:cNvSpPr/>
          <p:nvPr userDrawn="1"/>
        </p:nvSpPr>
        <p:spPr>
          <a:xfrm flipH="1">
            <a:off x="0" y="1819635"/>
            <a:ext cx="6869544" cy="3399346"/>
          </a:xfrm>
          <a:custGeom>
            <a:avLst/>
            <a:gdLst>
              <a:gd name="connsiteX0" fmla="*/ 6869544 w 6869544"/>
              <a:gd name="connsiteY0" fmla="*/ 0 h 3399346"/>
              <a:gd name="connsiteX1" fmla="*/ 0 w 6869544"/>
              <a:gd name="connsiteY1" fmla="*/ 0 h 3399346"/>
              <a:gd name="connsiteX2" fmla="*/ 2360312 w 6869544"/>
              <a:gd name="connsiteY2" fmla="*/ 3399346 h 3399346"/>
              <a:gd name="connsiteX3" fmla="*/ 6869544 w 6869544"/>
              <a:gd name="connsiteY3" fmla="*/ 3399346 h 3399346"/>
            </a:gdLst>
            <a:ahLst/>
            <a:cxnLst>
              <a:cxn ang="0">
                <a:pos x="connsiteX0" y="connsiteY0"/>
              </a:cxn>
              <a:cxn ang="0">
                <a:pos x="connsiteX1" y="connsiteY1"/>
              </a:cxn>
              <a:cxn ang="0">
                <a:pos x="connsiteX2" y="connsiteY2"/>
              </a:cxn>
              <a:cxn ang="0">
                <a:pos x="connsiteX3" y="connsiteY3"/>
              </a:cxn>
            </a:cxnLst>
            <a:rect l="l" t="t" r="r" b="b"/>
            <a:pathLst>
              <a:path w="6869544" h="3399346">
                <a:moveTo>
                  <a:pt x="6869544" y="0"/>
                </a:moveTo>
                <a:lnTo>
                  <a:pt x="0" y="0"/>
                </a:lnTo>
                <a:lnTo>
                  <a:pt x="2360312" y="3399346"/>
                </a:lnTo>
                <a:lnTo>
                  <a:pt x="6869544" y="3399346"/>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8" name="Date Placeholder 3">
            <a:extLst>
              <a:ext uri="{FF2B5EF4-FFF2-40B4-BE49-F238E27FC236}">
                <a16:creationId xmlns:a16="http://schemas.microsoft.com/office/drawing/2014/main" id="{4005BEE5-F379-4E73-9FA5-108882723E64}"/>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845CB48D-F017-4092-9A0E-16CD8A109CC4}" type="datetime1">
              <a:rPr lang="en-US" smtClean="0"/>
              <a:t>12/18/2021</a:t>
            </a:fld>
            <a:endParaRPr lang="en-US" dirty="0"/>
          </a:p>
        </p:txBody>
      </p:sp>
      <p:sp>
        <p:nvSpPr>
          <p:cNvPr id="9" name="Footer Placeholder 4">
            <a:extLst>
              <a:ext uri="{FF2B5EF4-FFF2-40B4-BE49-F238E27FC236}">
                <a16:creationId xmlns:a16="http://schemas.microsoft.com/office/drawing/2014/main" id="{0A41209E-86D1-42F6-8D70-C342FCF4B1E3}"/>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10" name="Slide Number Placeholder 5">
            <a:extLst>
              <a:ext uri="{FF2B5EF4-FFF2-40B4-BE49-F238E27FC236}">
                <a16:creationId xmlns:a16="http://schemas.microsoft.com/office/drawing/2014/main" id="{952E9954-8F34-43FA-92D4-4644C9ADB1C7}"/>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81BE274-9D40-450D-99DB-38562DBEF2FD}"/>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7D451B18-CD80-48CD-BC02-A32F3CD15744}" type="datetime1">
              <a:rPr lang="en-US" smtClean="0"/>
              <a:t>12/18/2021</a:t>
            </a:fld>
            <a:endParaRPr lang="en-US" dirty="0"/>
          </a:p>
        </p:txBody>
      </p:sp>
      <p:sp>
        <p:nvSpPr>
          <p:cNvPr id="3" name="Footer Placeholder 4">
            <a:extLst>
              <a:ext uri="{FF2B5EF4-FFF2-40B4-BE49-F238E27FC236}">
                <a16:creationId xmlns:a16="http://schemas.microsoft.com/office/drawing/2014/main" id="{C97CB31B-52FF-4D35-BF5E-FD2DF8C13660}"/>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85F08B7A-D36A-4926-84C0-ED1359004AB5}"/>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EA0A77B-D115-45ED-9043-28389A4AF078}"/>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F21517E8-0EB8-40DF-9E58-B42189843BCF}" type="datetime1">
              <a:rPr lang="en-US" smtClean="0"/>
              <a:t>12/18/2021</a:t>
            </a:fld>
            <a:endParaRPr lang="en-US" dirty="0"/>
          </a:p>
        </p:txBody>
      </p:sp>
      <p:sp>
        <p:nvSpPr>
          <p:cNvPr id="3" name="Footer Placeholder 4">
            <a:extLst>
              <a:ext uri="{FF2B5EF4-FFF2-40B4-BE49-F238E27FC236}">
                <a16:creationId xmlns:a16="http://schemas.microsoft.com/office/drawing/2014/main" id="{46E7478F-573A-4031-8243-0C426608D7D3}"/>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250E8DE4-F4CE-4517-A16C-31B4BF8C3394}"/>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648684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2D6798A-F10A-4840-B08D-644505BC3339}"/>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B2E92B37-1F79-4F38-BDE0-19941A5F82EA}" type="datetime1">
              <a:rPr lang="en-US" smtClean="0"/>
              <a:t>12/18/2021</a:t>
            </a:fld>
            <a:endParaRPr lang="en-US" dirty="0"/>
          </a:p>
        </p:txBody>
      </p:sp>
      <p:sp>
        <p:nvSpPr>
          <p:cNvPr id="3" name="Footer Placeholder 4">
            <a:extLst>
              <a:ext uri="{FF2B5EF4-FFF2-40B4-BE49-F238E27FC236}">
                <a16:creationId xmlns:a16="http://schemas.microsoft.com/office/drawing/2014/main" id="{53BFE813-7ABD-4E4A-AA22-9E8E388CE72C}"/>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7DC43161-9422-4264-893F-9D78F94D1AC8}"/>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645574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4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7A21C9D-A785-4377-B239-891AB8828513}"/>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3AE1AD28-2C17-4950-9D70-DB084714BEAF}" type="datetime1">
              <a:rPr lang="en-US" smtClean="0"/>
              <a:t>12/18/2021</a:t>
            </a:fld>
            <a:endParaRPr lang="en-US" dirty="0"/>
          </a:p>
        </p:txBody>
      </p:sp>
      <p:sp>
        <p:nvSpPr>
          <p:cNvPr id="3" name="Footer Placeholder 4">
            <a:extLst>
              <a:ext uri="{FF2B5EF4-FFF2-40B4-BE49-F238E27FC236}">
                <a16:creationId xmlns:a16="http://schemas.microsoft.com/office/drawing/2014/main" id="{4335B1EF-D6C5-41CE-AF7F-9F245C63B6C7}"/>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B38CFE97-CA33-446C-9AC1-DA97D07165EE}"/>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216366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6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37BA524-37B2-4DC1-9A9C-C6D500D6ABC2}"/>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5FA82E20-A5F5-492B-8FD7-1F2450EBBA22}" type="datetime1">
              <a:rPr lang="en-US" smtClean="0"/>
              <a:t>12/18/2021</a:t>
            </a:fld>
            <a:endParaRPr lang="en-US" dirty="0"/>
          </a:p>
        </p:txBody>
      </p:sp>
      <p:sp>
        <p:nvSpPr>
          <p:cNvPr id="3" name="Footer Placeholder 4">
            <a:extLst>
              <a:ext uri="{FF2B5EF4-FFF2-40B4-BE49-F238E27FC236}">
                <a16:creationId xmlns:a16="http://schemas.microsoft.com/office/drawing/2014/main" id="{99ED257A-6C74-45A5-89E2-5DE2AD223B4B}"/>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F218D00C-47CD-41B9-B6D1-6709A76BF4F2}"/>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974830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7_Contents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FB9B91B-3B7C-4978-9BE6-48254ED48E7F}"/>
              </a:ext>
            </a:extLst>
          </p:cNvPr>
          <p:cNvSpPr>
            <a:spLocks noGrp="1"/>
          </p:cNvSpPr>
          <p:nvPr>
            <p:ph type="dt" sz="half" idx="2"/>
          </p:nvPr>
        </p:nvSpPr>
        <p:spPr>
          <a:xfrm>
            <a:off x="8663935"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6703ABF9-EBE0-4046-852E-73583F84B94E}" type="datetime1">
              <a:rPr lang="en-US" smtClean="0"/>
              <a:t>12/18/2021</a:t>
            </a:fld>
            <a:endParaRPr lang="en-US" dirty="0"/>
          </a:p>
        </p:txBody>
      </p:sp>
      <p:sp>
        <p:nvSpPr>
          <p:cNvPr id="3" name="Footer Placeholder 4">
            <a:extLst>
              <a:ext uri="{FF2B5EF4-FFF2-40B4-BE49-F238E27FC236}">
                <a16:creationId xmlns:a16="http://schemas.microsoft.com/office/drawing/2014/main" id="{753699F7-E98A-472D-9D67-3CDD9F8A7D4E}"/>
              </a:ext>
            </a:extLst>
          </p:cNvPr>
          <p:cNvSpPr>
            <a:spLocks noGrp="1"/>
          </p:cNvSpPr>
          <p:nvPr>
            <p:ph type="ftr" sz="quarter" idx="3"/>
          </p:nvPr>
        </p:nvSpPr>
        <p:spPr>
          <a:xfrm>
            <a:off x="552111"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4" name="Slide Number Placeholder 5">
            <a:extLst>
              <a:ext uri="{FF2B5EF4-FFF2-40B4-BE49-F238E27FC236}">
                <a16:creationId xmlns:a16="http://schemas.microsoft.com/office/drawing/2014/main" id="{C692F1B4-0161-45CF-98A1-D84DBCABF7F0}"/>
              </a:ext>
            </a:extLst>
          </p:cNvPr>
          <p:cNvSpPr>
            <a:spLocks noGrp="1"/>
          </p:cNvSpPr>
          <p:nvPr>
            <p:ph type="sldNum" sz="quarter" idx="4"/>
          </p:nvPr>
        </p:nvSpPr>
        <p:spPr>
          <a:xfrm>
            <a:off x="10633713"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279604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End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5A0DB06-84E0-4DC0-A0AE-1A29974221A4}"/>
              </a:ext>
            </a:extLst>
          </p:cNvPr>
          <p:cNvSpPr>
            <a:spLocks noGrp="1"/>
          </p:cNvSpPr>
          <p:nvPr>
            <p:ph type="dt" sz="half" idx="2"/>
          </p:nvPr>
        </p:nvSpPr>
        <p:spPr>
          <a:xfrm>
            <a:off x="8638996"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40C036B7-BD59-426A-9625-2C2443DACC4A}" type="datetime1">
              <a:rPr lang="en-US" smtClean="0"/>
              <a:t>12/18/2021</a:t>
            </a:fld>
            <a:endParaRPr lang="en-US" dirty="0"/>
          </a:p>
        </p:txBody>
      </p:sp>
      <p:sp>
        <p:nvSpPr>
          <p:cNvPr id="4" name="Footer Placeholder 4">
            <a:extLst>
              <a:ext uri="{FF2B5EF4-FFF2-40B4-BE49-F238E27FC236}">
                <a16:creationId xmlns:a16="http://schemas.microsoft.com/office/drawing/2014/main" id="{4AA30467-4AF9-4FFB-B72F-5903063078E1}"/>
              </a:ext>
            </a:extLst>
          </p:cNvPr>
          <p:cNvSpPr>
            <a:spLocks noGrp="1"/>
          </p:cNvSpPr>
          <p:nvPr>
            <p:ph type="ftr" sz="quarter" idx="3"/>
          </p:nvPr>
        </p:nvSpPr>
        <p:spPr>
          <a:xfrm>
            <a:off x="527172"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96742A82-EEC9-4900-862B-600DD69DE4BE}"/>
              </a:ext>
            </a:extLst>
          </p:cNvPr>
          <p:cNvSpPr>
            <a:spLocks noGrp="1"/>
          </p:cNvSpPr>
          <p:nvPr>
            <p:ph type="sldNum" sz="quarter" idx="4"/>
          </p:nvPr>
        </p:nvSpPr>
        <p:spPr>
          <a:xfrm>
            <a:off x="10608774"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707967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slide layout">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9D9C4FC-181B-4857-97B4-DD4F502D4634}"/>
              </a:ext>
            </a:extLst>
          </p:cNvPr>
          <p:cNvSpPr>
            <a:spLocks noGrp="1"/>
          </p:cNvSpPr>
          <p:nvPr>
            <p:ph type="dt" sz="half" idx="2"/>
          </p:nvPr>
        </p:nvSpPr>
        <p:spPr>
          <a:xfrm>
            <a:off x="8638996" y="6452450"/>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16EDCB8E-68A0-4FFF-AC7D-714FDDC09709}" type="datetime1">
              <a:rPr lang="en-US" smtClean="0"/>
              <a:t>12/18/2021</a:t>
            </a:fld>
            <a:endParaRPr lang="en-US" dirty="0"/>
          </a:p>
        </p:txBody>
      </p:sp>
      <p:sp>
        <p:nvSpPr>
          <p:cNvPr id="4" name="Footer Placeholder 4">
            <a:extLst>
              <a:ext uri="{FF2B5EF4-FFF2-40B4-BE49-F238E27FC236}">
                <a16:creationId xmlns:a16="http://schemas.microsoft.com/office/drawing/2014/main" id="{CD811660-D8FB-40C8-95C1-5D6C54E442E8}"/>
              </a:ext>
            </a:extLst>
          </p:cNvPr>
          <p:cNvSpPr>
            <a:spLocks noGrp="1"/>
          </p:cNvSpPr>
          <p:nvPr>
            <p:ph type="ftr" sz="quarter" idx="3"/>
          </p:nvPr>
        </p:nvSpPr>
        <p:spPr>
          <a:xfrm>
            <a:off x="527172" y="6452449"/>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5" name="Slide Number Placeholder 5">
            <a:extLst>
              <a:ext uri="{FF2B5EF4-FFF2-40B4-BE49-F238E27FC236}">
                <a16:creationId xmlns:a16="http://schemas.microsoft.com/office/drawing/2014/main" id="{0C4786E1-6230-466C-AEDA-1066CD235086}"/>
              </a:ext>
            </a:extLst>
          </p:cNvPr>
          <p:cNvSpPr>
            <a:spLocks noGrp="1"/>
          </p:cNvSpPr>
          <p:nvPr>
            <p:ph type="sldNum" sz="quarter" idx="4"/>
          </p:nvPr>
        </p:nvSpPr>
        <p:spPr>
          <a:xfrm>
            <a:off x="10608774" y="6452450"/>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947691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E536E7-505C-4806-8510-F9F387DCD253}"/>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11229112" y="66505"/>
            <a:ext cx="961505" cy="854433"/>
          </a:xfrm>
          <a:prstGeom prst="rect">
            <a:avLst/>
          </a:prstGeom>
        </p:spPr>
      </p:pic>
      <p:cxnSp>
        <p:nvCxnSpPr>
          <p:cNvPr id="3" name="Straight Connector 2">
            <a:extLst>
              <a:ext uri="{FF2B5EF4-FFF2-40B4-BE49-F238E27FC236}">
                <a16:creationId xmlns:a16="http://schemas.microsoft.com/office/drawing/2014/main" id="{2F855121-5ABB-44F3-A928-D62A3A3A84FB}"/>
              </a:ext>
            </a:extLst>
          </p:cNvPr>
          <p:cNvCxnSpPr/>
          <p:nvPr userDrawn="1"/>
        </p:nvCxnSpPr>
        <p:spPr>
          <a:xfrm>
            <a:off x="0" y="931020"/>
            <a:ext cx="12192000" cy="0"/>
          </a:xfrm>
          <a:prstGeom prst="line">
            <a:avLst/>
          </a:prstGeom>
          <a:ln>
            <a:solidFill>
              <a:schemeClr val="accent6">
                <a:lumMod val="50000"/>
                <a:lumOff val="50000"/>
              </a:schemeClr>
            </a:solidFill>
          </a:ln>
        </p:spPr>
        <p:style>
          <a:lnRef idx="3">
            <a:schemeClr val="dk1"/>
          </a:lnRef>
          <a:fillRef idx="0">
            <a:schemeClr val="dk1"/>
          </a:fillRef>
          <a:effectRef idx="2">
            <a:schemeClr val="dk1"/>
          </a:effectRef>
          <a:fontRef idx="minor">
            <a:schemeClr val="tx1"/>
          </a:fontRef>
        </p:style>
      </p:cxnSp>
      <p:sp>
        <p:nvSpPr>
          <p:cNvPr id="5" name="Date Placeholder 3">
            <a:extLst>
              <a:ext uri="{FF2B5EF4-FFF2-40B4-BE49-F238E27FC236}">
                <a16:creationId xmlns:a16="http://schemas.microsoft.com/office/drawing/2014/main" id="{72B0DEA2-1CC4-41AF-BC51-AF27DD287A54}"/>
              </a:ext>
            </a:extLst>
          </p:cNvPr>
          <p:cNvSpPr>
            <a:spLocks noGrp="1"/>
          </p:cNvSpPr>
          <p:nvPr>
            <p:ph type="dt" sz="half" idx="2"/>
          </p:nvPr>
        </p:nvSpPr>
        <p:spPr>
          <a:xfrm>
            <a:off x="8638996" y="6435824"/>
            <a:ext cx="1077538" cy="365125"/>
          </a:xfrm>
          <a:prstGeom prst="rect">
            <a:avLst/>
          </a:prstGeom>
        </p:spPr>
        <p:txBody>
          <a:bodyPr vert="horz" lIns="91440" tIns="45720" rIns="91440" bIns="45720" rtlCol="0" anchor="ctr"/>
          <a:lstStyle>
            <a:lvl1pPr algn="l">
              <a:defRPr lang="en-US" sz="1400" b="1" i="1" kern="1200" smtClean="0">
                <a:solidFill>
                  <a:schemeClr val="tx1"/>
                </a:solidFill>
                <a:latin typeface="Times New Roman" panose="02020603050405020304" pitchFamily="18" charset="0"/>
                <a:ea typeface="+mn-ea"/>
                <a:cs typeface="Times New Roman" panose="02020603050405020304" pitchFamily="18" charset="0"/>
              </a:defRPr>
            </a:lvl1pPr>
          </a:lstStyle>
          <a:p>
            <a:fld id="{BD66A315-C704-449F-968F-0A3A1544E017}" type="datetime1">
              <a:rPr lang="en-US" smtClean="0"/>
              <a:t>12/18/2021</a:t>
            </a:fld>
            <a:endParaRPr lang="en-US" dirty="0"/>
          </a:p>
        </p:txBody>
      </p:sp>
      <p:pic>
        <p:nvPicPr>
          <p:cNvPr id="8" name="Picture 7">
            <a:extLst>
              <a:ext uri="{FF2B5EF4-FFF2-40B4-BE49-F238E27FC236}">
                <a16:creationId xmlns:a16="http://schemas.microsoft.com/office/drawing/2014/main" id="{07AED35A-0D96-419C-B741-ECC65ECED93E}"/>
              </a:ext>
            </a:extLst>
          </p:cNvPr>
          <p:cNvPicPr>
            <a:picLocks noChangeAspect="1"/>
          </p:cNvPicPr>
          <p:nvPr userDrawn="1"/>
        </p:nvPicPr>
        <p:blipFill>
          <a:blip r:embed="rId20">
            <a:extLst>
              <a:ext uri="{28A0092B-C50C-407E-A947-70E740481C1C}">
                <a14:useLocalDpi xmlns:a14="http://schemas.microsoft.com/office/drawing/2010/main" val="0"/>
              </a:ext>
            </a:extLst>
          </a:blip>
          <a:srcRect/>
          <a:stretch/>
        </p:blipFill>
        <p:spPr>
          <a:xfrm>
            <a:off x="4729940" y="6477389"/>
            <a:ext cx="1885263" cy="323560"/>
          </a:xfrm>
          <a:prstGeom prst="rect">
            <a:avLst/>
          </a:prstGeom>
        </p:spPr>
      </p:pic>
      <p:cxnSp>
        <p:nvCxnSpPr>
          <p:cNvPr id="10" name="Straight Connector 9">
            <a:extLst>
              <a:ext uri="{FF2B5EF4-FFF2-40B4-BE49-F238E27FC236}">
                <a16:creationId xmlns:a16="http://schemas.microsoft.com/office/drawing/2014/main" id="{E5D627B8-13EB-4DA9-B021-62D63394ECF8}"/>
              </a:ext>
            </a:extLst>
          </p:cNvPr>
          <p:cNvCxnSpPr/>
          <p:nvPr userDrawn="1"/>
        </p:nvCxnSpPr>
        <p:spPr>
          <a:xfrm>
            <a:off x="0" y="6392488"/>
            <a:ext cx="12192000" cy="0"/>
          </a:xfrm>
          <a:prstGeom prst="line">
            <a:avLst/>
          </a:prstGeom>
          <a:ln>
            <a:solidFill>
              <a:schemeClr val="accent3">
                <a:lumMod val="50000"/>
                <a:lumOff val="50000"/>
              </a:schemeClr>
            </a:solidFill>
          </a:ln>
        </p:spPr>
        <p:style>
          <a:lnRef idx="3">
            <a:schemeClr val="dk1"/>
          </a:lnRef>
          <a:fillRef idx="0">
            <a:schemeClr val="dk1"/>
          </a:fillRef>
          <a:effectRef idx="2">
            <a:schemeClr val="dk1"/>
          </a:effectRef>
          <a:fontRef idx="minor">
            <a:schemeClr val="tx1"/>
          </a:fontRef>
        </p:style>
      </p:cxnSp>
      <p:sp>
        <p:nvSpPr>
          <p:cNvPr id="6" name="Footer Placeholder 4">
            <a:extLst>
              <a:ext uri="{FF2B5EF4-FFF2-40B4-BE49-F238E27FC236}">
                <a16:creationId xmlns:a16="http://schemas.microsoft.com/office/drawing/2014/main" id="{0DB27DC2-4722-45D4-9876-05773C44F6D6}"/>
              </a:ext>
            </a:extLst>
          </p:cNvPr>
          <p:cNvSpPr>
            <a:spLocks noGrp="1"/>
          </p:cNvSpPr>
          <p:nvPr>
            <p:ph type="ftr" sz="quarter" idx="3"/>
          </p:nvPr>
        </p:nvSpPr>
        <p:spPr>
          <a:xfrm>
            <a:off x="505689" y="6435824"/>
            <a:ext cx="2801388" cy="365125"/>
          </a:xfrm>
          <a:prstGeom prst="rect">
            <a:avLst/>
          </a:prstGeom>
        </p:spPr>
        <p:txBody>
          <a:bodyPr vert="horz" lIns="91440" tIns="45720" rIns="91440" bIns="45720" rtlCol="0" anchor="ctr"/>
          <a:lstStyle>
            <a:lvl1pPr algn="ctr">
              <a:defRPr sz="1400" b="1" i="1">
                <a:solidFill>
                  <a:schemeClr val="tx1"/>
                </a:solidFill>
                <a:latin typeface="Times New Roman" panose="02020603050405020304" pitchFamily="18" charset="0"/>
                <a:cs typeface="Times New Roman" panose="02020603050405020304" pitchFamily="18" charset="0"/>
              </a:defRPr>
            </a:lvl1pPr>
          </a:lstStyle>
          <a:p>
            <a:r>
              <a:rPr lang="en-US" dirty="0"/>
              <a:t>Copyright @Jamhuriya University</a:t>
            </a:r>
          </a:p>
        </p:txBody>
      </p:sp>
      <p:sp>
        <p:nvSpPr>
          <p:cNvPr id="7" name="Slide Number Placeholder 5">
            <a:extLst>
              <a:ext uri="{FF2B5EF4-FFF2-40B4-BE49-F238E27FC236}">
                <a16:creationId xmlns:a16="http://schemas.microsoft.com/office/drawing/2014/main" id="{BF718DA6-24FE-47A1-9F2B-B15EA5ACED9A}"/>
              </a:ext>
            </a:extLst>
          </p:cNvPr>
          <p:cNvSpPr>
            <a:spLocks noGrp="1"/>
          </p:cNvSpPr>
          <p:nvPr>
            <p:ph type="sldNum" sz="quarter" idx="4"/>
          </p:nvPr>
        </p:nvSpPr>
        <p:spPr>
          <a:xfrm>
            <a:off x="10608774" y="6435824"/>
            <a:ext cx="1077537" cy="365125"/>
          </a:xfrm>
          <a:prstGeom prst="rect">
            <a:avLst/>
          </a:prstGeom>
        </p:spPr>
        <p:txBody>
          <a:bodyPr vert="horz" lIns="91440" tIns="45720" rIns="91440" bIns="45720" rtlCol="0" anchor="ctr"/>
          <a:lstStyle>
            <a:lvl1pPr algn="r">
              <a:defRPr lang="en-US" sz="1400" b="0" i="1" kern="1200" smtClean="0">
                <a:solidFill>
                  <a:schemeClr val="tx1"/>
                </a:solidFill>
                <a:latin typeface="Times New Roman" panose="02020603050405020304" pitchFamily="18" charset="0"/>
                <a:ea typeface="+mn-ea"/>
                <a:cs typeface="Times New Roman" panose="02020603050405020304" pitchFamily="18"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845" r:id="rId3"/>
    <p:sldLayoutId id="2147483654" r:id="rId4"/>
    <p:sldLayoutId id="2147483675" r:id="rId5"/>
    <p:sldLayoutId id="2147483676" r:id="rId6"/>
    <p:sldLayoutId id="2147483677" r:id="rId7"/>
    <p:sldLayoutId id="2147483678" r:id="rId8"/>
    <p:sldLayoutId id="2147483679" r:id="rId9"/>
    <p:sldLayoutId id="2147483680" r:id="rId10"/>
    <p:sldLayoutId id="2147483682" r:id="rId11"/>
    <p:sldLayoutId id="2147483684" r:id="rId12"/>
    <p:sldLayoutId id="2147483686" r:id="rId13"/>
    <p:sldLayoutId id="2147483687" r:id="rId14"/>
    <p:sldLayoutId id="2147483688" r:id="rId15"/>
    <p:sldLayoutId id="2147483844" r:id="rId16"/>
    <p:sldLayoutId id="2147483649" r:id="rId17"/>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0.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7E16C8-07C2-4E82-AB77-1038C2DFA3AA}"/>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2D6DEED5-48C6-486F-9C56-2756CF9A20B4}"/>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1C55B836-45CF-4FAC-A69B-EB814395B3FF}"/>
              </a:ext>
            </a:extLst>
          </p:cNvPr>
          <p:cNvSpPr>
            <a:spLocks noGrp="1"/>
          </p:cNvSpPr>
          <p:nvPr>
            <p:ph type="sldNum" sz="quarter" idx="4"/>
          </p:nvPr>
        </p:nvSpPr>
        <p:spPr/>
        <p:txBody>
          <a:bodyPr/>
          <a:lstStyle/>
          <a:p>
            <a:fld id="{48F63A3B-78C7-47BE-AE5E-E10140E04643}" type="slidenum">
              <a:rPr lang="en-US" smtClean="0"/>
              <a:pPr/>
              <a:t>1</a:t>
            </a:fld>
            <a:endParaRPr lang="en-US" dirty="0"/>
          </a:p>
        </p:txBody>
      </p:sp>
      <p:sp>
        <p:nvSpPr>
          <p:cNvPr id="5" name="TextBox 4">
            <a:extLst>
              <a:ext uri="{FF2B5EF4-FFF2-40B4-BE49-F238E27FC236}">
                <a16:creationId xmlns:a16="http://schemas.microsoft.com/office/drawing/2014/main" id="{69855D1C-B62B-4392-A359-9F1283FAB44D}"/>
              </a:ext>
            </a:extLst>
          </p:cNvPr>
          <p:cNvSpPr txBox="1"/>
          <p:nvPr/>
        </p:nvSpPr>
        <p:spPr>
          <a:xfrm>
            <a:off x="1711354" y="2367171"/>
            <a:ext cx="8522516" cy="2123658"/>
          </a:xfrm>
          <a:prstGeom prst="rect">
            <a:avLst/>
          </a:prstGeom>
          <a:noFill/>
        </p:spPr>
        <p:txBody>
          <a:bodyPr wrap="square" rtlCol="0" anchor="ctr">
            <a:spAutoFit/>
          </a:bodyPr>
          <a:lstStyle/>
          <a:p>
            <a:pPr algn="ctr"/>
            <a:r>
              <a:rPr lang="en-US" altLang="ko-KR" sz="6600" b="1" dirty="0">
                <a:solidFill>
                  <a:schemeClr val="accent6">
                    <a:lumMod val="75000"/>
                    <a:lumOff val="25000"/>
                  </a:schemeClr>
                </a:solidFill>
                <a:latin typeface="Arial Black" panose="020B0A04020102020204" pitchFamily="34" charset="0"/>
                <a:cs typeface="Arial" pitchFamily="34" charset="0"/>
              </a:rPr>
              <a:t>Oracle 12c Database</a:t>
            </a:r>
            <a:endParaRPr lang="ko-KR" altLang="en-US" sz="6600" b="1" dirty="0">
              <a:solidFill>
                <a:schemeClr val="accent6">
                  <a:lumMod val="75000"/>
                  <a:lumOff val="25000"/>
                </a:schemeClr>
              </a:solidFill>
              <a:latin typeface="Arial Black" panose="020B0A04020102020204" pitchFamily="34" charset="0"/>
              <a:cs typeface="Arial" pitchFamily="34" charset="0"/>
            </a:endParaRPr>
          </a:p>
        </p:txBody>
      </p:sp>
      <p:sp>
        <p:nvSpPr>
          <p:cNvPr id="6" name="TextBox 5">
            <a:extLst>
              <a:ext uri="{FF2B5EF4-FFF2-40B4-BE49-F238E27FC236}">
                <a16:creationId xmlns:a16="http://schemas.microsoft.com/office/drawing/2014/main" id="{BBA7DCCD-95FD-451C-9C50-30F5496D0F2E}"/>
              </a:ext>
            </a:extLst>
          </p:cNvPr>
          <p:cNvSpPr txBox="1"/>
          <p:nvPr/>
        </p:nvSpPr>
        <p:spPr>
          <a:xfrm>
            <a:off x="776694" y="203046"/>
            <a:ext cx="10638612" cy="646331"/>
          </a:xfrm>
          <a:prstGeom prst="rect">
            <a:avLst/>
          </a:prstGeom>
          <a:noFill/>
        </p:spPr>
        <p:txBody>
          <a:bodyPr wrap="square" rtlCol="0" anchor="ctr">
            <a:spAutoFit/>
          </a:bodyPr>
          <a:lstStyle/>
          <a:p>
            <a:pPr algn="ctr"/>
            <a:r>
              <a:rPr lang="en-US" altLang="ko-KR" sz="3600" b="1" dirty="0">
                <a:solidFill>
                  <a:schemeClr val="accent6">
                    <a:lumMod val="75000"/>
                    <a:lumOff val="25000"/>
                  </a:schemeClr>
                </a:solidFill>
                <a:latin typeface="Arial Black" panose="020B0A04020102020204" pitchFamily="34" charset="0"/>
                <a:cs typeface="Arial" pitchFamily="34" charset="0"/>
              </a:rPr>
              <a:t>Chapter 7 Conversion Functions</a:t>
            </a:r>
            <a:endParaRPr lang="ko-KR" altLang="en-US" sz="3600" b="1" dirty="0">
              <a:solidFill>
                <a:schemeClr val="accent6">
                  <a:lumMod val="75000"/>
                  <a:lumOff val="25000"/>
                </a:schemeClr>
              </a:solidFill>
              <a:latin typeface="Arial Black" panose="020B0A04020102020204" pitchFamily="34" charset="0"/>
              <a:cs typeface="Arial" pitchFamily="34" charset="0"/>
            </a:endParaRPr>
          </a:p>
        </p:txBody>
      </p:sp>
    </p:spTree>
    <p:extLst>
      <p:ext uri="{BB962C8B-B14F-4D97-AF65-F5344CB8AC3E}">
        <p14:creationId xmlns:p14="http://schemas.microsoft.com/office/powerpoint/2010/main" val="400349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46D0BC-F7D7-42A5-8B31-E02DCBE5C91B}"/>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D87C0A21-D7FE-46E3-A0E8-3A2611B76627}"/>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23D2AC33-A03E-4F66-AFE7-9197001A2E0C}"/>
              </a:ext>
            </a:extLst>
          </p:cNvPr>
          <p:cNvSpPr>
            <a:spLocks noGrp="1"/>
          </p:cNvSpPr>
          <p:nvPr>
            <p:ph type="sldNum" sz="quarter" idx="4"/>
          </p:nvPr>
        </p:nvSpPr>
        <p:spPr/>
        <p:txBody>
          <a:bodyPr/>
          <a:lstStyle/>
          <a:p>
            <a:fld id="{48F63A3B-78C7-47BE-AE5E-E10140E04643}" type="slidenum">
              <a:rPr lang="en-US" smtClean="0"/>
              <a:pPr/>
              <a:t>2</a:t>
            </a:fld>
            <a:endParaRPr lang="en-US" dirty="0"/>
          </a:p>
        </p:txBody>
      </p:sp>
      <p:sp>
        <p:nvSpPr>
          <p:cNvPr id="6" name="TextBox 5">
            <a:extLst>
              <a:ext uri="{FF2B5EF4-FFF2-40B4-BE49-F238E27FC236}">
                <a16:creationId xmlns:a16="http://schemas.microsoft.com/office/drawing/2014/main" id="{E1535226-79FC-4638-8360-B4A229C2E5C0}"/>
              </a:ext>
            </a:extLst>
          </p:cNvPr>
          <p:cNvSpPr txBox="1"/>
          <p:nvPr/>
        </p:nvSpPr>
        <p:spPr>
          <a:xfrm>
            <a:off x="1704689" y="1488668"/>
            <a:ext cx="8782622" cy="4154984"/>
          </a:xfrm>
          <a:prstGeom prst="rect">
            <a:avLst/>
          </a:prstGeom>
          <a:noFill/>
        </p:spPr>
        <p:txBody>
          <a:bodyPr wrap="square">
            <a:spAutoFit/>
          </a:bodyPr>
          <a:lstStyle/>
          <a:p>
            <a:pPr algn="ctr"/>
            <a:r>
              <a:rPr lang="en-US" altLang="ko-KR" sz="6600" b="1" dirty="0">
                <a:solidFill>
                  <a:schemeClr val="accent6">
                    <a:lumMod val="75000"/>
                    <a:lumOff val="25000"/>
                  </a:schemeClr>
                </a:solidFill>
                <a:latin typeface="Arial Black" panose="020B0A04020102020204" pitchFamily="34" charset="0"/>
                <a:cs typeface="Arial" pitchFamily="34" charset="0"/>
              </a:rPr>
              <a:t>Conversion Functions and</a:t>
            </a:r>
            <a:r>
              <a:rPr lang="en-US" altLang="en-US" sz="6600" dirty="0">
                <a:solidFill>
                  <a:srgbClr val="002060"/>
                </a:solidFill>
                <a:latin typeface="Arial Black" panose="020B0A04020102020204" pitchFamily="34" charset="0"/>
                <a:cs typeface="Times New Roman" panose="02020603050405020304" pitchFamily="18" charset="0"/>
              </a:rPr>
              <a:t> </a:t>
            </a:r>
            <a:r>
              <a:rPr lang="en-US" altLang="en-US" sz="6600" b="1" dirty="0">
                <a:solidFill>
                  <a:schemeClr val="accent6">
                    <a:lumMod val="75000"/>
                    <a:lumOff val="25000"/>
                  </a:schemeClr>
                </a:solidFill>
                <a:latin typeface="Arial Black" panose="020B0A04020102020204" pitchFamily="34" charset="0"/>
                <a:cs typeface="Arial" pitchFamily="34" charset="0"/>
              </a:rPr>
              <a:t>Conditional Expressions </a:t>
            </a:r>
            <a:endParaRPr lang="en-US" sz="6600" b="1" dirty="0">
              <a:solidFill>
                <a:schemeClr val="accent6">
                  <a:lumMod val="75000"/>
                  <a:lumOff val="25000"/>
                </a:schemeClr>
              </a:solidFill>
              <a:latin typeface="Arial Black" panose="020B0A04020102020204" pitchFamily="34" charset="0"/>
              <a:cs typeface="Arial" pitchFamily="34" charset="0"/>
            </a:endParaRPr>
          </a:p>
        </p:txBody>
      </p:sp>
      <p:sp>
        <p:nvSpPr>
          <p:cNvPr id="7" name="TextBox 6">
            <a:extLst>
              <a:ext uri="{FF2B5EF4-FFF2-40B4-BE49-F238E27FC236}">
                <a16:creationId xmlns:a16="http://schemas.microsoft.com/office/drawing/2014/main" id="{5E3A574A-C79A-4CCD-BABF-AAB6B690236B}"/>
              </a:ext>
            </a:extLst>
          </p:cNvPr>
          <p:cNvSpPr txBox="1"/>
          <p:nvPr/>
        </p:nvSpPr>
        <p:spPr>
          <a:xfrm>
            <a:off x="776694" y="203046"/>
            <a:ext cx="10638612" cy="646331"/>
          </a:xfrm>
          <a:prstGeom prst="rect">
            <a:avLst/>
          </a:prstGeom>
          <a:noFill/>
        </p:spPr>
        <p:txBody>
          <a:bodyPr wrap="square" rtlCol="0" anchor="ctr">
            <a:spAutoFit/>
          </a:bodyPr>
          <a:lstStyle/>
          <a:p>
            <a:pPr algn="ctr"/>
            <a:r>
              <a:rPr lang="en-US" altLang="ko-KR" sz="3600" b="1" dirty="0">
                <a:solidFill>
                  <a:schemeClr val="accent6">
                    <a:lumMod val="75000"/>
                    <a:lumOff val="25000"/>
                  </a:schemeClr>
                </a:solidFill>
                <a:latin typeface="Arial Black" panose="020B0A04020102020204" pitchFamily="34" charset="0"/>
                <a:cs typeface="Arial" pitchFamily="34" charset="0"/>
              </a:rPr>
              <a:t>Chapter 7 Functions</a:t>
            </a:r>
            <a:endParaRPr lang="ko-KR" altLang="en-US" sz="3600" b="1" dirty="0">
              <a:solidFill>
                <a:schemeClr val="accent6">
                  <a:lumMod val="75000"/>
                  <a:lumOff val="25000"/>
                </a:schemeClr>
              </a:solidFill>
              <a:latin typeface="Arial Black" panose="020B0A04020102020204" pitchFamily="34" charset="0"/>
              <a:cs typeface="Arial" pitchFamily="34" charset="0"/>
            </a:endParaRPr>
          </a:p>
        </p:txBody>
      </p:sp>
    </p:spTree>
    <p:extLst>
      <p:ext uri="{BB962C8B-B14F-4D97-AF65-F5344CB8AC3E}">
        <p14:creationId xmlns:p14="http://schemas.microsoft.com/office/powerpoint/2010/main" val="4150975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803641-669C-4415-8268-7D22E1A4B1AE}"/>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231FF87A-33D8-4E2F-A84A-ABB74D37A6A5}"/>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1CF8FD7A-24FD-4087-B542-64A478E5EFD6}"/>
              </a:ext>
            </a:extLst>
          </p:cNvPr>
          <p:cNvSpPr>
            <a:spLocks noGrp="1"/>
          </p:cNvSpPr>
          <p:nvPr>
            <p:ph type="sldNum" sz="quarter" idx="4"/>
          </p:nvPr>
        </p:nvSpPr>
        <p:spPr/>
        <p:txBody>
          <a:bodyPr/>
          <a:lstStyle/>
          <a:p>
            <a:fld id="{48F63A3B-78C7-47BE-AE5E-E10140E04643}" type="slidenum">
              <a:rPr lang="en-US" smtClean="0"/>
              <a:pPr/>
              <a:t>3</a:t>
            </a:fld>
            <a:endParaRPr lang="en-US" dirty="0"/>
          </a:p>
        </p:txBody>
      </p:sp>
      <p:sp>
        <p:nvSpPr>
          <p:cNvPr id="5" name="Line 3">
            <a:extLst>
              <a:ext uri="{FF2B5EF4-FFF2-40B4-BE49-F238E27FC236}">
                <a16:creationId xmlns:a16="http://schemas.microsoft.com/office/drawing/2014/main" id="{1904387C-7B2D-4F7D-95E1-C757247818C0}"/>
              </a:ext>
            </a:extLst>
          </p:cNvPr>
          <p:cNvSpPr>
            <a:spLocks noChangeShapeType="1"/>
          </p:cNvSpPr>
          <p:nvPr/>
        </p:nvSpPr>
        <p:spPr bwMode="auto">
          <a:xfrm flipV="1">
            <a:off x="5676260" y="2524125"/>
            <a:ext cx="0" cy="60166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Freeform 4">
            <a:extLst>
              <a:ext uri="{FF2B5EF4-FFF2-40B4-BE49-F238E27FC236}">
                <a16:creationId xmlns:a16="http://schemas.microsoft.com/office/drawing/2014/main" id="{9362DACF-1225-49BC-BF0C-F711203F0DE4}"/>
              </a:ext>
            </a:extLst>
          </p:cNvPr>
          <p:cNvSpPr>
            <a:spLocks/>
          </p:cNvSpPr>
          <p:nvPr/>
        </p:nvSpPr>
        <p:spPr bwMode="auto">
          <a:xfrm>
            <a:off x="4066535" y="3114675"/>
            <a:ext cx="3221037" cy="584200"/>
          </a:xfrm>
          <a:custGeom>
            <a:avLst/>
            <a:gdLst>
              <a:gd name="T0" fmla="*/ 0 w 2029"/>
              <a:gd name="T1" fmla="*/ 2147483646 h 361"/>
              <a:gd name="T2" fmla="*/ 0 w 2029"/>
              <a:gd name="T3" fmla="*/ 0 h 361"/>
              <a:gd name="T4" fmla="*/ 2147483646 w 2029"/>
              <a:gd name="T5" fmla="*/ 0 h 361"/>
              <a:gd name="T6" fmla="*/ 2147483646 w 2029"/>
              <a:gd name="T7" fmla="*/ 2147483646 h 36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29" h="361">
                <a:moveTo>
                  <a:pt x="0" y="360"/>
                </a:moveTo>
                <a:lnTo>
                  <a:pt x="0" y="0"/>
                </a:lnTo>
                <a:lnTo>
                  <a:pt x="2028" y="0"/>
                </a:lnTo>
                <a:lnTo>
                  <a:pt x="2028" y="300"/>
                </a:lnTo>
              </a:path>
            </a:pathLst>
          </a:custGeom>
          <a:noFill/>
          <a:ln w="28575"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 name="Rectangle 5">
            <a:extLst>
              <a:ext uri="{FF2B5EF4-FFF2-40B4-BE49-F238E27FC236}">
                <a16:creationId xmlns:a16="http://schemas.microsoft.com/office/drawing/2014/main" id="{459F933A-4611-49A9-BFA5-193AFDFB74BD}"/>
              </a:ext>
            </a:extLst>
          </p:cNvPr>
          <p:cNvSpPr>
            <a:spLocks noChangeArrowheads="1"/>
          </p:cNvSpPr>
          <p:nvPr/>
        </p:nvSpPr>
        <p:spPr bwMode="blackWhite">
          <a:xfrm>
            <a:off x="2694935" y="3429000"/>
            <a:ext cx="2768600" cy="803275"/>
          </a:xfrm>
          <a:prstGeom prst="rect">
            <a:avLst/>
          </a:prstGeom>
          <a:solidFill>
            <a:srgbClr val="99CC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b="1">
                <a:latin typeface="Arial" panose="020B0604020202020204" pitchFamily="34" charset="0"/>
              </a:rPr>
              <a:t>Implicit data type</a:t>
            </a:r>
          </a:p>
          <a:p>
            <a:pPr algn="ctr"/>
            <a:r>
              <a:rPr lang="en-US" altLang="en-US" b="1">
                <a:latin typeface="Arial" panose="020B0604020202020204" pitchFamily="34" charset="0"/>
              </a:rPr>
              <a:t>conversion</a:t>
            </a:r>
          </a:p>
        </p:txBody>
      </p:sp>
      <p:sp>
        <p:nvSpPr>
          <p:cNvPr id="8" name="Rectangle 6">
            <a:extLst>
              <a:ext uri="{FF2B5EF4-FFF2-40B4-BE49-F238E27FC236}">
                <a16:creationId xmlns:a16="http://schemas.microsoft.com/office/drawing/2014/main" id="{ED47451D-F567-48CC-9465-CBA61F940AEB}"/>
              </a:ext>
            </a:extLst>
          </p:cNvPr>
          <p:cNvSpPr>
            <a:spLocks noChangeArrowheads="1"/>
          </p:cNvSpPr>
          <p:nvPr/>
        </p:nvSpPr>
        <p:spPr bwMode="blackWhite">
          <a:xfrm>
            <a:off x="5895335" y="3429000"/>
            <a:ext cx="2768600" cy="803275"/>
          </a:xfrm>
          <a:prstGeom prst="rect">
            <a:avLst/>
          </a:prstGeom>
          <a:solidFill>
            <a:srgbClr val="99CC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b="1">
                <a:latin typeface="Arial" panose="020B0604020202020204" pitchFamily="34" charset="0"/>
              </a:rPr>
              <a:t>Explicit data type</a:t>
            </a:r>
          </a:p>
          <a:p>
            <a:pPr algn="ctr"/>
            <a:r>
              <a:rPr lang="en-US" altLang="en-US" b="1">
                <a:latin typeface="Arial" panose="020B0604020202020204" pitchFamily="34" charset="0"/>
              </a:rPr>
              <a:t>conversion</a:t>
            </a:r>
          </a:p>
        </p:txBody>
      </p:sp>
      <p:sp>
        <p:nvSpPr>
          <p:cNvPr id="9" name="Rectangle 7">
            <a:extLst>
              <a:ext uri="{FF2B5EF4-FFF2-40B4-BE49-F238E27FC236}">
                <a16:creationId xmlns:a16="http://schemas.microsoft.com/office/drawing/2014/main" id="{343E3722-0F91-4103-8460-16612A1AEEB1}"/>
              </a:ext>
            </a:extLst>
          </p:cNvPr>
          <p:cNvSpPr>
            <a:spLocks noChangeArrowheads="1"/>
          </p:cNvSpPr>
          <p:nvPr/>
        </p:nvSpPr>
        <p:spPr bwMode="blackWhite">
          <a:xfrm>
            <a:off x="4284022" y="1971675"/>
            <a:ext cx="2768600" cy="841375"/>
          </a:xfrm>
          <a:prstGeom prst="rect">
            <a:avLst/>
          </a:prstGeom>
          <a:solidFill>
            <a:srgbClr val="FFCC99"/>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b="1">
                <a:latin typeface="Arial" panose="020B0604020202020204" pitchFamily="34" charset="0"/>
              </a:rPr>
              <a:t>Data type</a:t>
            </a:r>
          </a:p>
          <a:p>
            <a:pPr algn="ctr"/>
            <a:r>
              <a:rPr lang="en-US" altLang="en-US" b="1">
                <a:latin typeface="Arial" panose="020B0604020202020204" pitchFamily="34" charset="0"/>
              </a:rPr>
              <a:t>conversion</a:t>
            </a:r>
          </a:p>
        </p:txBody>
      </p:sp>
      <p:sp>
        <p:nvSpPr>
          <p:cNvPr id="10" name="Title 4">
            <a:extLst>
              <a:ext uri="{FF2B5EF4-FFF2-40B4-BE49-F238E27FC236}">
                <a16:creationId xmlns:a16="http://schemas.microsoft.com/office/drawing/2014/main" id="{B56A2125-4B26-429A-B90D-E51C62DFFA07}"/>
              </a:ext>
            </a:extLst>
          </p:cNvPr>
          <p:cNvSpPr txBox="1">
            <a:spLocks/>
          </p:cNvSpPr>
          <p:nvPr/>
        </p:nvSpPr>
        <p:spPr>
          <a:xfrm>
            <a:off x="2152561" y="168650"/>
            <a:ext cx="7346519" cy="66793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Conversion Functions</a:t>
            </a:r>
            <a:endParaRPr lang="en-US" sz="3600" b="1" dirty="0">
              <a:solidFill>
                <a:schemeClr val="accent6">
                  <a:lumMod val="75000"/>
                  <a:lumOff val="25000"/>
                </a:schemeClr>
              </a:solidFill>
              <a:latin typeface="Arial Black" panose="020B0A04020102020204" pitchFamily="34" charset="0"/>
              <a:ea typeface="+mn-ea"/>
              <a:cs typeface="Arial" pitchFamily="34" charset="0"/>
            </a:endParaRPr>
          </a:p>
        </p:txBody>
      </p:sp>
    </p:spTree>
    <p:extLst>
      <p:ext uri="{BB962C8B-B14F-4D97-AF65-F5344CB8AC3E}">
        <p14:creationId xmlns:p14="http://schemas.microsoft.com/office/powerpoint/2010/main" val="1464614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5FA9F3-550A-43C1-B903-A3BE322AD163}"/>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C9DEF337-EBFD-4483-888D-65847562CEB4}"/>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AF93D530-5AB5-4C44-885F-D50204FC63D0}"/>
              </a:ext>
            </a:extLst>
          </p:cNvPr>
          <p:cNvSpPr>
            <a:spLocks noGrp="1"/>
          </p:cNvSpPr>
          <p:nvPr>
            <p:ph type="sldNum" sz="quarter" idx="4"/>
          </p:nvPr>
        </p:nvSpPr>
        <p:spPr/>
        <p:txBody>
          <a:bodyPr/>
          <a:lstStyle/>
          <a:p>
            <a:fld id="{48F63A3B-78C7-47BE-AE5E-E10140E04643}" type="slidenum">
              <a:rPr lang="en-US" smtClean="0"/>
              <a:pPr/>
              <a:t>4</a:t>
            </a:fld>
            <a:endParaRPr lang="en-US" dirty="0"/>
          </a:p>
        </p:txBody>
      </p:sp>
      <p:sp>
        <p:nvSpPr>
          <p:cNvPr id="6" name="TextBox 5">
            <a:extLst>
              <a:ext uri="{FF2B5EF4-FFF2-40B4-BE49-F238E27FC236}">
                <a16:creationId xmlns:a16="http://schemas.microsoft.com/office/drawing/2014/main" id="{ABA6D392-F5C7-4B75-80D0-1F9B84F6A39C}"/>
              </a:ext>
            </a:extLst>
          </p:cNvPr>
          <p:cNvSpPr txBox="1"/>
          <p:nvPr/>
        </p:nvSpPr>
        <p:spPr>
          <a:xfrm>
            <a:off x="65999" y="886502"/>
            <a:ext cx="12126001" cy="5565947"/>
          </a:xfrm>
          <a:prstGeom prst="rect">
            <a:avLst/>
          </a:prstGeom>
          <a:noFill/>
        </p:spPr>
        <p:txBody>
          <a:bodyPr wrap="square">
            <a:spAutoFit/>
          </a:bodyPr>
          <a:lstStyle/>
          <a:p>
            <a:pPr>
              <a:lnSpc>
                <a:spcPct val="150000"/>
              </a:lnSpc>
            </a:pPr>
            <a:r>
              <a:rPr lang="en-US" altLang="en-US" sz="2400" dirty="0">
                <a:latin typeface="Times New Roman" panose="02020603050405020304" pitchFamily="18" charset="0"/>
              </a:rPr>
              <a:t>However, the Oracle server internally converts such data types to Oracle data types. </a:t>
            </a:r>
          </a:p>
          <a:p>
            <a:pPr>
              <a:lnSpc>
                <a:spcPct val="150000"/>
              </a:lnSpc>
            </a:pPr>
            <a:r>
              <a:rPr lang="en-US" altLang="en-US" sz="2400" dirty="0">
                <a:latin typeface="Times New Roman" panose="02020603050405020304" pitchFamily="18" charset="0"/>
              </a:rPr>
              <a:t>In some cases, the Oracle server receives data of one data type where it expects data of a different data type. When this happens, the Oracle server can automatically convert the data to the expected data type. This data type conversion can be done </a:t>
            </a:r>
            <a:r>
              <a:rPr lang="en-US" altLang="en-US" sz="2400" i="1" dirty="0">
                <a:latin typeface="Times New Roman" panose="02020603050405020304" pitchFamily="18" charset="0"/>
              </a:rPr>
              <a:t>implicitly</a:t>
            </a:r>
            <a:r>
              <a:rPr lang="en-US" altLang="en-US" sz="2400" dirty="0">
                <a:latin typeface="Times New Roman" panose="02020603050405020304" pitchFamily="18" charset="0"/>
              </a:rPr>
              <a:t> by the Oracle server or </a:t>
            </a:r>
            <a:r>
              <a:rPr lang="en-US" altLang="en-US" sz="2400" i="1" dirty="0">
                <a:latin typeface="Times New Roman" panose="02020603050405020304" pitchFamily="18" charset="0"/>
              </a:rPr>
              <a:t>explicitly</a:t>
            </a:r>
            <a:r>
              <a:rPr lang="en-US" altLang="en-US" sz="2400" dirty="0">
                <a:latin typeface="Times New Roman" panose="02020603050405020304" pitchFamily="18" charset="0"/>
              </a:rPr>
              <a:t> by the user.</a:t>
            </a:r>
          </a:p>
          <a:p>
            <a:pPr algn="just">
              <a:lnSpc>
                <a:spcPct val="150000"/>
              </a:lnSpc>
            </a:pPr>
            <a:r>
              <a:rPr lang="en-US" altLang="en-US" sz="2400" dirty="0">
                <a:latin typeface="Times New Roman" panose="02020603050405020304" pitchFamily="18" charset="0"/>
              </a:rPr>
              <a:t>Implicit data type conversions work according to the rules explained in the next two slides. </a:t>
            </a:r>
          </a:p>
          <a:p>
            <a:pPr algn="just">
              <a:lnSpc>
                <a:spcPct val="150000"/>
              </a:lnSpc>
            </a:pPr>
            <a:r>
              <a:rPr lang="en-US" altLang="en-US" sz="2400" dirty="0">
                <a:latin typeface="Times New Roman" panose="02020603050405020304" pitchFamily="18" charset="0"/>
              </a:rPr>
              <a:t>Explicit data type conversions are done by using the conversion functions. Conversion functions convert a value from one data type to another. </a:t>
            </a:r>
          </a:p>
          <a:p>
            <a:pPr algn="just">
              <a:lnSpc>
                <a:spcPct val="150000"/>
              </a:lnSpc>
            </a:pPr>
            <a:r>
              <a:rPr lang="en-US" altLang="en-US" sz="2400" dirty="0">
                <a:latin typeface="Times New Roman" panose="02020603050405020304" pitchFamily="18" charset="0"/>
              </a:rPr>
              <a:t>Generally, the form of the function names follows the convention data type TO data type. </a:t>
            </a:r>
          </a:p>
          <a:p>
            <a:pPr algn="just">
              <a:lnSpc>
                <a:spcPct val="150000"/>
              </a:lnSpc>
            </a:pPr>
            <a:r>
              <a:rPr lang="en-US" altLang="en-US" sz="2400" dirty="0">
                <a:latin typeface="Times New Roman" panose="02020603050405020304" pitchFamily="18" charset="0"/>
              </a:rPr>
              <a:t>The first data type is the input data type and the second data type is the output.</a:t>
            </a:r>
          </a:p>
        </p:txBody>
      </p:sp>
      <p:sp>
        <p:nvSpPr>
          <p:cNvPr id="7" name="Title 4">
            <a:extLst>
              <a:ext uri="{FF2B5EF4-FFF2-40B4-BE49-F238E27FC236}">
                <a16:creationId xmlns:a16="http://schemas.microsoft.com/office/drawing/2014/main" id="{0FFA3C98-B87E-4E0E-9124-7BED9AD0D883}"/>
              </a:ext>
            </a:extLst>
          </p:cNvPr>
          <p:cNvSpPr txBox="1">
            <a:spLocks/>
          </p:cNvSpPr>
          <p:nvPr/>
        </p:nvSpPr>
        <p:spPr>
          <a:xfrm>
            <a:off x="2152561" y="168650"/>
            <a:ext cx="7346519" cy="66793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Conversion Functions</a:t>
            </a:r>
            <a:endParaRPr lang="en-US" sz="3600" b="1" dirty="0">
              <a:solidFill>
                <a:schemeClr val="accent6">
                  <a:lumMod val="75000"/>
                  <a:lumOff val="25000"/>
                </a:schemeClr>
              </a:solidFill>
              <a:latin typeface="Arial Black" panose="020B0A04020102020204" pitchFamily="34" charset="0"/>
              <a:ea typeface="+mn-ea"/>
              <a:cs typeface="Arial" pitchFamily="34" charset="0"/>
            </a:endParaRPr>
          </a:p>
        </p:txBody>
      </p:sp>
    </p:spTree>
    <p:extLst>
      <p:ext uri="{BB962C8B-B14F-4D97-AF65-F5344CB8AC3E}">
        <p14:creationId xmlns:p14="http://schemas.microsoft.com/office/powerpoint/2010/main" val="3870210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5FA9F3-550A-43C1-B903-A3BE322AD163}"/>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C9DEF337-EBFD-4483-888D-65847562CEB4}"/>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AF93D530-5AB5-4C44-885F-D50204FC63D0}"/>
              </a:ext>
            </a:extLst>
          </p:cNvPr>
          <p:cNvSpPr>
            <a:spLocks noGrp="1"/>
          </p:cNvSpPr>
          <p:nvPr>
            <p:ph type="sldNum" sz="quarter" idx="4"/>
          </p:nvPr>
        </p:nvSpPr>
        <p:spPr/>
        <p:txBody>
          <a:bodyPr/>
          <a:lstStyle/>
          <a:p>
            <a:fld id="{48F63A3B-78C7-47BE-AE5E-E10140E04643}" type="slidenum">
              <a:rPr lang="en-US" smtClean="0"/>
              <a:pPr/>
              <a:t>5</a:t>
            </a:fld>
            <a:endParaRPr lang="en-US" dirty="0"/>
          </a:p>
        </p:txBody>
      </p:sp>
      <p:sp>
        <p:nvSpPr>
          <p:cNvPr id="6" name="TextBox 5">
            <a:extLst>
              <a:ext uri="{FF2B5EF4-FFF2-40B4-BE49-F238E27FC236}">
                <a16:creationId xmlns:a16="http://schemas.microsoft.com/office/drawing/2014/main" id="{ABA6D392-F5C7-4B75-80D0-1F9B84F6A39C}"/>
              </a:ext>
            </a:extLst>
          </p:cNvPr>
          <p:cNvSpPr txBox="1"/>
          <p:nvPr/>
        </p:nvSpPr>
        <p:spPr>
          <a:xfrm>
            <a:off x="65999" y="985170"/>
            <a:ext cx="12126001" cy="4539191"/>
          </a:xfrm>
          <a:prstGeom prst="rect">
            <a:avLst/>
          </a:prstGeom>
          <a:noFill/>
        </p:spPr>
        <p:txBody>
          <a:bodyPr wrap="square">
            <a:spAutoFit/>
          </a:bodyPr>
          <a:lstStyle/>
          <a:p>
            <a:pPr algn="just">
              <a:lnSpc>
                <a:spcPct val="150000"/>
              </a:lnSpc>
            </a:pPr>
            <a:r>
              <a:rPr lang="en-US" altLang="en-US" sz="2800" dirty="0">
                <a:latin typeface="Times New Roman" panose="02020603050405020304" pitchFamily="18" charset="0"/>
              </a:rPr>
              <a:t>Implicit data type conversions work according to the rules explained in the next two slides. </a:t>
            </a:r>
          </a:p>
          <a:p>
            <a:pPr algn="just">
              <a:lnSpc>
                <a:spcPct val="150000"/>
              </a:lnSpc>
            </a:pPr>
            <a:r>
              <a:rPr lang="en-US" altLang="en-US" sz="2800" dirty="0">
                <a:latin typeface="Times New Roman" panose="02020603050405020304" pitchFamily="18" charset="0"/>
              </a:rPr>
              <a:t>Explicit data type conversions are done by using the conversion functions. Conversion functions convert a value from one data type to another. </a:t>
            </a:r>
          </a:p>
          <a:p>
            <a:pPr algn="just">
              <a:lnSpc>
                <a:spcPct val="150000"/>
              </a:lnSpc>
            </a:pPr>
            <a:r>
              <a:rPr lang="en-US" altLang="en-US" sz="2800" dirty="0">
                <a:latin typeface="Times New Roman" panose="02020603050405020304" pitchFamily="18" charset="0"/>
              </a:rPr>
              <a:t>Generally, the form of the function names follows the convention data type TO data type. </a:t>
            </a:r>
          </a:p>
          <a:p>
            <a:pPr algn="just">
              <a:lnSpc>
                <a:spcPct val="150000"/>
              </a:lnSpc>
            </a:pPr>
            <a:r>
              <a:rPr lang="en-US" altLang="en-US" sz="2800" dirty="0">
                <a:latin typeface="Times New Roman" panose="02020603050405020304" pitchFamily="18" charset="0"/>
              </a:rPr>
              <a:t>The first data type is the input data type and the second data type is the output</a:t>
            </a:r>
          </a:p>
        </p:txBody>
      </p:sp>
      <p:sp>
        <p:nvSpPr>
          <p:cNvPr id="7" name="Title 4">
            <a:extLst>
              <a:ext uri="{FF2B5EF4-FFF2-40B4-BE49-F238E27FC236}">
                <a16:creationId xmlns:a16="http://schemas.microsoft.com/office/drawing/2014/main" id="{0FFA3C98-B87E-4E0E-9124-7BED9AD0D883}"/>
              </a:ext>
            </a:extLst>
          </p:cNvPr>
          <p:cNvSpPr txBox="1">
            <a:spLocks/>
          </p:cNvSpPr>
          <p:nvPr/>
        </p:nvSpPr>
        <p:spPr>
          <a:xfrm>
            <a:off x="2152561" y="168650"/>
            <a:ext cx="7346519" cy="66793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Conversion Functions</a:t>
            </a:r>
            <a:endParaRPr lang="en-US" sz="3600" b="1" dirty="0">
              <a:solidFill>
                <a:schemeClr val="accent6">
                  <a:lumMod val="75000"/>
                  <a:lumOff val="25000"/>
                </a:schemeClr>
              </a:solidFill>
              <a:latin typeface="Arial Black" panose="020B0A04020102020204" pitchFamily="34" charset="0"/>
              <a:ea typeface="+mn-ea"/>
              <a:cs typeface="Arial" pitchFamily="34" charset="0"/>
            </a:endParaRPr>
          </a:p>
        </p:txBody>
      </p:sp>
    </p:spTree>
    <p:extLst>
      <p:ext uri="{BB962C8B-B14F-4D97-AF65-F5344CB8AC3E}">
        <p14:creationId xmlns:p14="http://schemas.microsoft.com/office/powerpoint/2010/main" val="3292146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18A95-FB47-46F7-A27F-B999B0E961AA}"/>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79B333A3-AA4F-4CB7-8F7F-2444C84531B5}"/>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79214799-DC8D-4962-9E5E-2421C89D3E65}"/>
              </a:ext>
            </a:extLst>
          </p:cNvPr>
          <p:cNvSpPr>
            <a:spLocks noGrp="1"/>
          </p:cNvSpPr>
          <p:nvPr>
            <p:ph type="sldNum" sz="quarter" idx="4"/>
          </p:nvPr>
        </p:nvSpPr>
        <p:spPr/>
        <p:txBody>
          <a:bodyPr/>
          <a:lstStyle/>
          <a:p>
            <a:fld id="{48F63A3B-78C7-47BE-AE5E-E10140E04643}" type="slidenum">
              <a:rPr lang="en-US" smtClean="0"/>
              <a:pPr/>
              <a:t>6</a:t>
            </a:fld>
            <a:endParaRPr lang="en-US" dirty="0"/>
          </a:p>
        </p:txBody>
      </p:sp>
      <p:sp>
        <p:nvSpPr>
          <p:cNvPr id="10" name="Title 4">
            <a:extLst>
              <a:ext uri="{FF2B5EF4-FFF2-40B4-BE49-F238E27FC236}">
                <a16:creationId xmlns:a16="http://schemas.microsoft.com/office/drawing/2014/main" id="{54812D0D-26C7-45FB-BA87-6211A18569A8}"/>
              </a:ext>
            </a:extLst>
          </p:cNvPr>
          <p:cNvSpPr txBox="1">
            <a:spLocks/>
          </p:cNvSpPr>
          <p:nvPr/>
        </p:nvSpPr>
        <p:spPr>
          <a:xfrm>
            <a:off x="2152561" y="168650"/>
            <a:ext cx="8180159" cy="66793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Implicit Datatype Conversion</a:t>
            </a:r>
            <a:endParaRPr lang="en-US" sz="3600" b="1" dirty="0">
              <a:solidFill>
                <a:schemeClr val="accent6">
                  <a:lumMod val="75000"/>
                  <a:lumOff val="25000"/>
                </a:schemeClr>
              </a:solidFill>
              <a:latin typeface="Arial Black" panose="020B0A04020102020204" pitchFamily="34" charset="0"/>
              <a:ea typeface="+mn-ea"/>
              <a:cs typeface="Arial" pitchFamily="34" charset="0"/>
            </a:endParaRPr>
          </a:p>
        </p:txBody>
      </p:sp>
      <p:sp>
        <p:nvSpPr>
          <p:cNvPr id="11" name="Content Placeholder 1">
            <a:extLst>
              <a:ext uri="{FF2B5EF4-FFF2-40B4-BE49-F238E27FC236}">
                <a16:creationId xmlns:a16="http://schemas.microsoft.com/office/drawing/2014/main" id="{62AC1F54-9700-41F2-85BD-B1D4856EE9F3}"/>
              </a:ext>
            </a:extLst>
          </p:cNvPr>
          <p:cNvSpPr txBox="1">
            <a:spLocks noChangeArrowheads="1"/>
          </p:cNvSpPr>
          <p:nvPr/>
        </p:nvSpPr>
        <p:spPr>
          <a:xfrm>
            <a:off x="74612" y="939800"/>
            <a:ext cx="11636638" cy="52832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altLang="en-US" dirty="0"/>
              <a:t>In expressions, the Oracle server can automatically convert the following:</a:t>
            </a:r>
          </a:p>
          <a:p>
            <a:pPr>
              <a:lnSpc>
                <a:spcPct val="150000"/>
              </a:lnSpc>
            </a:pPr>
            <a:endParaRPr lang="en-US" altLang="en-US" dirty="0"/>
          </a:p>
          <a:p>
            <a:pPr>
              <a:lnSpc>
                <a:spcPct val="150000"/>
              </a:lnSpc>
            </a:pPr>
            <a:endParaRPr lang="en-US" altLang="en-US" dirty="0"/>
          </a:p>
          <a:p>
            <a:pPr>
              <a:lnSpc>
                <a:spcPct val="150000"/>
              </a:lnSpc>
            </a:pPr>
            <a:r>
              <a:rPr lang="en-US" altLang="en-US" dirty="0"/>
              <a:t>For expression evaluation, Oracle server can automatically convert the following:</a:t>
            </a:r>
          </a:p>
        </p:txBody>
      </p:sp>
      <p:grpSp>
        <p:nvGrpSpPr>
          <p:cNvPr id="12" name="Group 36">
            <a:extLst>
              <a:ext uri="{FF2B5EF4-FFF2-40B4-BE49-F238E27FC236}">
                <a16:creationId xmlns:a16="http://schemas.microsoft.com/office/drawing/2014/main" id="{F8383B6B-4C5E-47BC-88A3-BBDE114E4E06}"/>
              </a:ext>
            </a:extLst>
          </p:cNvPr>
          <p:cNvGrpSpPr>
            <a:grpSpLocks/>
          </p:cNvGrpSpPr>
          <p:nvPr/>
        </p:nvGrpSpPr>
        <p:grpSpPr bwMode="auto">
          <a:xfrm>
            <a:off x="369888" y="1546600"/>
            <a:ext cx="7364412" cy="1100137"/>
            <a:chOff x="857250" y="2362200"/>
            <a:chExt cx="7364413" cy="1130300"/>
          </a:xfrm>
        </p:grpSpPr>
        <p:sp>
          <p:nvSpPr>
            <p:cNvPr id="13" name="Rectangle 9">
              <a:extLst>
                <a:ext uri="{FF2B5EF4-FFF2-40B4-BE49-F238E27FC236}">
                  <a16:creationId xmlns:a16="http://schemas.microsoft.com/office/drawing/2014/main" id="{0E285AB4-4927-46E1-849A-9B4D6B9320EA}"/>
                </a:ext>
              </a:extLst>
            </p:cNvPr>
            <p:cNvSpPr>
              <a:spLocks noChangeArrowheads="1"/>
            </p:cNvSpPr>
            <p:nvPr/>
          </p:nvSpPr>
          <p:spPr bwMode="blackWhite">
            <a:xfrm>
              <a:off x="3746500" y="2727325"/>
              <a:ext cx="4475163" cy="3825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0"/>
                </a:spcBef>
              </a:pPr>
              <a:r>
                <a:rPr lang="en-US" altLang="en-US" sz="1600">
                  <a:solidFill>
                    <a:srgbClr val="000000"/>
                  </a:solidFill>
                  <a:latin typeface="Courier New" panose="02070309020205020404" pitchFamily="49" charset="0"/>
                </a:rPr>
                <a:t>NUMBER</a:t>
              </a:r>
            </a:p>
          </p:txBody>
        </p:sp>
        <p:sp>
          <p:nvSpPr>
            <p:cNvPr id="14" name="Rectangle 10">
              <a:extLst>
                <a:ext uri="{FF2B5EF4-FFF2-40B4-BE49-F238E27FC236}">
                  <a16:creationId xmlns:a16="http://schemas.microsoft.com/office/drawing/2014/main" id="{1BE8066F-3BAF-46AA-87BC-1186DBBB1030}"/>
                </a:ext>
              </a:extLst>
            </p:cNvPr>
            <p:cNvSpPr>
              <a:spLocks noChangeArrowheads="1"/>
            </p:cNvSpPr>
            <p:nvPr/>
          </p:nvSpPr>
          <p:spPr bwMode="blackWhite">
            <a:xfrm>
              <a:off x="857250" y="2727325"/>
              <a:ext cx="2889250" cy="3825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pPr>
              <a:r>
                <a:rPr lang="en-US" altLang="en-US" sz="1600">
                  <a:solidFill>
                    <a:srgbClr val="000000"/>
                  </a:solidFill>
                  <a:latin typeface="Courier New" panose="02070309020205020404" pitchFamily="49" charset="0"/>
                </a:rPr>
                <a:t>VARCHAR2 or CHAR</a:t>
              </a:r>
            </a:p>
          </p:txBody>
        </p:sp>
        <p:sp>
          <p:nvSpPr>
            <p:cNvPr id="15" name="Rectangle 11">
              <a:extLst>
                <a:ext uri="{FF2B5EF4-FFF2-40B4-BE49-F238E27FC236}">
                  <a16:creationId xmlns:a16="http://schemas.microsoft.com/office/drawing/2014/main" id="{E00A8FDA-63C4-4AF3-B6D1-B88EF64CE1B9}"/>
                </a:ext>
              </a:extLst>
            </p:cNvPr>
            <p:cNvSpPr>
              <a:spLocks noChangeArrowheads="1"/>
            </p:cNvSpPr>
            <p:nvPr/>
          </p:nvSpPr>
          <p:spPr bwMode="blackWhite">
            <a:xfrm>
              <a:off x="3746500" y="3109913"/>
              <a:ext cx="4475163" cy="3825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0"/>
                </a:spcBef>
              </a:pPr>
              <a:r>
                <a:rPr lang="en-US" altLang="en-US" sz="1600">
                  <a:solidFill>
                    <a:srgbClr val="000000"/>
                  </a:solidFill>
                  <a:latin typeface="Courier New" panose="02070309020205020404" pitchFamily="49" charset="0"/>
                </a:rPr>
                <a:t>DATE</a:t>
              </a:r>
            </a:p>
          </p:txBody>
        </p:sp>
        <p:sp>
          <p:nvSpPr>
            <p:cNvPr id="16" name="Rectangle 12">
              <a:extLst>
                <a:ext uri="{FF2B5EF4-FFF2-40B4-BE49-F238E27FC236}">
                  <a16:creationId xmlns:a16="http://schemas.microsoft.com/office/drawing/2014/main" id="{97E1C87E-744F-47B5-8DC0-F6CF09A500CF}"/>
                </a:ext>
              </a:extLst>
            </p:cNvPr>
            <p:cNvSpPr>
              <a:spLocks noChangeArrowheads="1"/>
            </p:cNvSpPr>
            <p:nvPr/>
          </p:nvSpPr>
          <p:spPr bwMode="blackWhite">
            <a:xfrm>
              <a:off x="857250" y="3109913"/>
              <a:ext cx="2889250" cy="3825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35000"/>
                </a:spcBef>
              </a:pPr>
              <a:r>
                <a:rPr lang="en-US" altLang="en-US" sz="1600">
                  <a:solidFill>
                    <a:srgbClr val="000000"/>
                  </a:solidFill>
                  <a:latin typeface="Courier New" panose="02070309020205020404" pitchFamily="49" charset="0"/>
                </a:rPr>
                <a:t>VARCHAR2 or CHAR</a:t>
              </a:r>
            </a:p>
          </p:txBody>
        </p:sp>
        <p:sp>
          <p:nvSpPr>
            <p:cNvPr id="17" name="Rectangle 13">
              <a:extLst>
                <a:ext uri="{FF2B5EF4-FFF2-40B4-BE49-F238E27FC236}">
                  <a16:creationId xmlns:a16="http://schemas.microsoft.com/office/drawing/2014/main" id="{AB6439E2-EB76-4AE6-A541-9D5112D3F72A}"/>
                </a:ext>
              </a:extLst>
            </p:cNvPr>
            <p:cNvSpPr>
              <a:spLocks noChangeArrowheads="1"/>
            </p:cNvSpPr>
            <p:nvPr/>
          </p:nvSpPr>
          <p:spPr bwMode="gray">
            <a:xfrm>
              <a:off x="3746500" y="2362200"/>
              <a:ext cx="4475163"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buClr>
                  <a:srgbClr val="000000"/>
                </a:buClr>
              </a:pPr>
              <a:r>
                <a:rPr lang="en-US" altLang="en-US" sz="1800">
                  <a:solidFill>
                    <a:schemeClr val="bg1"/>
                  </a:solidFill>
                  <a:latin typeface="Arial" panose="020B0604020202020204" pitchFamily="34" charset="0"/>
                </a:rPr>
                <a:t>To</a:t>
              </a:r>
            </a:p>
          </p:txBody>
        </p:sp>
        <p:sp>
          <p:nvSpPr>
            <p:cNvPr id="18" name="Rectangle 14">
              <a:extLst>
                <a:ext uri="{FF2B5EF4-FFF2-40B4-BE49-F238E27FC236}">
                  <a16:creationId xmlns:a16="http://schemas.microsoft.com/office/drawing/2014/main" id="{2D1E0100-8A38-45F8-944B-13913CF55400}"/>
                </a:ext>
              </a:extLst>
            </p:cNvPr>
            <p:cNvSpPr>
              <a:spLocks noChangeArrowheads="1"/>
            </p:cNvSpPr>
            <p:nvPr/>
          </p:nvSpPr>
          <p:spPr bwMode="gray">
            <a:xfrm>
              <a:off x="857250" y="2362200"/>
              <a:ext cx="2889250"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buClr>
                  <a:srgbClr val="000000"/>
                </a:buClr>
              </a:pPr>
              <a:r>
                <a:rPr lang="en-US" altLang="en-US" sz="1800">
                  <a:solidFill>
                    <a:schemeClr val="bg1"/>
                  </a:solidFill>
                  <a:latin typeface="Arial" panose="020B0604020202020204" pitchFamily="34" charset="0"/>
                </a:rPr>
                <a:t>From</a:t>
              </a:r>
            </a:p>
          </p:txBody>
        </p:sp>
        <p:sp>
          <p:nvSpPr>
            <p:cNvPr id="19" name="Line 15">
              <a:extLst>
                <a:ext uri="{FF2B5EF4-FFF2-40B4-BE49-F238E27FC236}">
                  <a16:creationId xmlns:a16="http://schemas.microsoft.com/office/drawing/2014/main" id="{A0448E0A-AACD-47B3-A4C0-D9C6A5D39C6D}"/>
                </a:ext>
              </a:extLst>
            </p:cNvPr>
            <p:cNvSpPr>
              <a:spLocks noChangeShapeType="1"/>
            </p:cNvSpPr>
            <p:nvPr/>
          </p:nvSpPr>
          <p:spPr bwMode="blackWhite">
            <a:xfrm>
              <a:off x="857250" y="2727325"/>
              <a:ext cx="7364413"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17">
              <a:extLst>
                <a:ext uri="{FF2B5EF4-FFF2-40B4-BE49-F238E27FC236}">
                  <a16:creationId xmlns:a16="http://schemas.microsoft.com/office/drawing/2014/main" id="{3947B71D-075B-4CF9-90A1-429F858E8E4D}"/>
                </a:ext>
              </a:extLst>
            </p:cNvPr>
            <p:cNvSpPr>
              <a:spLocks noChangeShapeType="1"/>
            </p:cNvSpPr>
            <p:nvPr/>
          </p:nvSpPr>
          <p:spPr bwMode="blackWhite">
            <a:xfrm>
              <a:off x="857250" y="3492500"/>
              <a:ext cx="736441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18">
              <a:extLst>
                <a:ext uri="{FF2B5EF4-FFF2-40B4-BE49-F238E27FC236}">
                  <a16:creationId xmlns:a16="http://schemas.microsoft.com/office/drawing/2014/main" id="{9C78D0E1-3B55-43AC-9575-0A3FD238EBB0}"/>
                </a:ext>
              </a:extLst>
            </p:cNvPr>
            <p:cNvSpPr>
              <a:spLocks noChangeShapeType="1"/>
            </p:cNvSpPr>
            <p:nvPr/>
          </p:nvSpPr>
          <p:spPr bwMode="blackWhite">
            <a:xfrm>
              <a:off x="857250" y="2362200"/>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19">
              <a:extLst>
                <a:ext uri="{FF2B5EF4-FFF2-40B4-BE49-F238E27FC236}">
                  <a16:creationId xmlns:a16="http://schemas.microsoft.com/office/drawing/2014/main" id="{FA8B42D8-AE2B-464C-8FF8-B0BC61D72590}"/>
                </a:ext>
              </a:extLst>
            </p:cNvPr>
            <p:cNvSpPr>
              <a:spLocks noChangeShapeType="1"/>
            </p:cNvSpPr>
            <p:nvPr/>
          </p:nvSpPr>
          <p:spPr bwMode="blackWhite">
            <a:xfrm>
              <a:off x="3746500" y="2362200"/>
              <a:ext cx="0" cy="11303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Line 20">
              <a:extLst>
                <a:ext uri="{FF2B5EF4-FFF2-40B4-BE49-F238E27FC236}">
                  <a16:creationId xmlns:a16="http://schemas.microsoft.com/office/drawing/2014/main" id="{1F4C900C-CFFB-480A-8B63-3F6F5AEBFD4E}"/>
                </a:ext>
              </a:extLst>
            </p:cNvPr>
            <p:cNvSpPr>
              <a:spLocks noChangeShapeType="1"/>
            </p:cNvSpPr>
            <p:nvPr/>
          </p:nvSpPr>
          <p:spPr bwMode="blackWhite">
            <a:xfrm>
              <a:off x="8221663" y="2362200"/>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21">
              <a:extLst>
                <a:ext uri="{FF2B5EF4-FFF2-40B4-BE49-F238E27FC236}">
                  <a16:creationId xmlns:a16="http://schemas.microsoft.com/office/drawing/2014/main" id="{CE56D012-A8C3-498F-9B9D-2C1841D0A6B1}"/>
                </a:ext>
              </a:extLst>
            </p:cNvPr>
            <p:cNvSpPr>
              <a:spLocks noChangeShapeType="1"/>
            </p:cNvSpPr>
            <p:nvPr/>
          </p:nvSpPr>
          <p:spPr bwMode="blackWhite">
            <a:xfrm>
              <a:off x="857250" y="3109913"/>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23">
              <a:extLst>
                <a:ext uri="{FF2B5EF4-FFF2-40B4-BE49-F238E27FC236}">
                  <a16:creationId xmlns:a16="http://schemas.microsoft.com/office/drawing/2014/main" id="{FFF04275-CE94-47BF-9F39-818748B062B1}"/>
                </a:ext>
              </a:extLst>
            </p:cNvPr>
            <p:cNvSpPr>
              <a:spLocks noChangeShapeType="1"/>
            </p:cNvSpPr>
            <p:nvPr/>
          </p:nvSpPr>
          <p:spPr bwMode="blackWhite">
            <a:xfrm>
              <a:off x="857250" y="2362200"/>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4">
              <a:extLst>
                <a:ext uri="{FF2B5EF4-FFF2-40B4-BE49-F238E27FC236}">
                  <a16:creationId xmlns:a16="http://schemas.microsoft.com/office/drawing/2014/main" id="{14B2DBCF-5FB9-40D0-8B0F-DEAE72F291FE}"/>
                </a:ext>
              </a:extLst>
            </p:cNvPr>
            <p:cNvSpPr>
              <a:spLocks noChangeShapeType="1"/>
            </p:cNvSpPr>
            <p:nvPr/>
          </p:nvSpPr>
          <p:spPr bwMode="blackWhite">
            <a:xfrm>
              <a:off x="857250" y="2727325"/>
              <a:ext cx="0" cy="765175"/>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5">
              <a:extLst>
                <a:ext uri="{FF2B5EF4-FFF2-40B4-BE49-F238E27FC236}">
                  <a16:creationId xmlns:a16="http://schemas.microsoft.com/office/drawing/2014/main" id="{00CB270D-18EF-46DF-A842-CBDEF2A0DCBC}"/>
                </a:ext>
              </a:extLst>
            </p:cNvPr>
            <p:cNvSpPr>
              <a:spLocks noChangeShapeType="1"/>
            </p:cNvSpPr>
            <p:nvPr/>
          </p:nvSpPr>
          <p:spPr bwMode="blackWhite">
            <a:xfrm>
              <a:off x="8221663" y="2727325"/>
              <a:ext cx="0" cy="765175"/>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8" name="Group 68">
            <a:extLst>
              <a:ext uri="{FF2B5EF4-FFF2-40B4-BE49-F238E27FC236}">
                <a16:creationId xmlns:a16="http://schemas.microsoft.com/office/drawing/2014/main" id="{630C3C50-F687-4B8D-B5CE-5F89D8AB6B7C}"/>
              </a:ext>
            </a:extLst>
          </p:cNvPr>
          <p:cNvGrpSpPr>
            <a:grpSpLocks/>
          </p:cNvGrpSpPr>
          <p:nvPr/>
        </p:nvGrpSpPr>
        <p:grpSpPr bwMode="auto">
          <a:xfrm>
            <a:off x="417512" y="3352415"/>
            <a:ext cx="7394575" cy="1158875"/>
            <a:chOff x="531639" y="4875221"/>
            <a:chExt cx="7364413" cy="1158875"/>
          </a:xfrm>
        </p:grpSpPr>
        <p:sp>
          <p:nvSpPr>
            <p:cNvPr id="29" name="Rectangle 5">
              <a:extLst>
                <a:ext uri="{FF2B5EF4-FFF2-40B4-BE49-F238E27FC236}">
                  <a16:creationId xmlns:a16="http://schemas.microsoft.com/office/drawing/2014/main" id="{F42FB26B-16FF-41DE-A610-828F8E8081A9}"/>
                </a:ext>
              </a:extLst>
            </p:cNvPr>
            <p:cNvSpPr>
              <a:spLocks noChangeArrowheads="1"/>
            </p:cNvSpPr>
            <p:nvPr/>
          </p:nvSpPr>
          <p:spPr bwMode="blackWhite">
            <a:xfrm>
              <a:off x="3420889" y="5240346"/>
              <a:ext cx="4475163" cy="41116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0"/>
                </a:spcBef>
              </a:pPr>
              <a:r>
                <a:rPr lang="en-US" altLang="en-US" sz="1600">
                  <a:solidFill>
                    <a:srgbClr val="000000"/>
                  </a:solidFill>
                  <a:latin typeface="Courier New" panose="02070309020205020404" pitchFamily="49" charset="0"/>
                </a:rPr>
                <a:t>VARCHAR2 or CHAR</a:t>
              </a:r>
            </a:p>
          </p:txBody>
        </p:sp>
        <p:sp>
          <p:nvSpPr>
            <p:cNvPr id="30" name="Rectangle 6">
              <a:extLst>
                <a:ext uri="{FF2B5EF4-FFF2-40B4-BE49-F238E27FC236}">
                  <a16:creationId xmlns:a16="http://schemas.microsoft.com/office/drawing/2014/main" id="{E2EB2BC1-B4D8-41DA-9606-E0FF9492F59C}"/>
                </a:ext>
              </a:extLst>
            </p:cNvPr>
            <p:cNvSpPr>
              <a:spLocks noChangeArrowheads="1"/>
            </p:cNvSpPr>
            <p:nvPr/>
          </p:nvSpPr>
          <p:spPr bwMode="blackWhite">
            <a:xfrm>
              <a:off x="531639" y="5240346"/>
              <a:ext cx="2889250" cy="41116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pPr>
              <a:r>
                <a:rPr lang="en-US" altLang="en-US" sz="1600">
                  <a:solidFill>
                    <a:srgbClr val="000000"/>
                  </a:solidFill>
                  <a:latin typeface="Courier New" panose="02070309020205020404" pitchFamily="49" charset="0"/>
                </a:rPr>
                <a:t>NUMBER</a:t>
              </a:r>
            </a:p>
          </p:txBody>
        </p:sp>
        <p:sp>
          <p:nvSpPr>
            <p:cNvPr id="31" name="Rectangle 7">
              <a:extLst>
                <a:ext uri="{FF2B5EF4-FFF2-40B4-BE49-F238E27FC236}">
                  <a16:creationId xmlns:a16="http://schemas.microsoft.com/office/drawing/2014/main" id="{AB421D6F-392A-4719-9DB9-0CB6166C3ABE}"/>
                </a:ext>
              </a:extLst>
            </p:cNvPr>
            <p:cNvSpPr>
              <a:spLocks noChangeArrowheads="1"/>
            </p:cNvSpPr>
            <p:nvPr/>
          </p:nvSpPr>
          <p:spPr bwMode="blackWhite">
            <a:xfrm>
              <a:off x="3420889" y="5651509"/>
              <a:ext cx="4475163" cy="3825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0"/>
                </a:spcBef>
              </a:pPr>
              <a:r>
                <a:rPr lang="en-US" altLang="en-US" sz="1600">
                  <a:solidFill>
                    <a:srgbClr val="000000"/>
                  </a:solidFill>
                  <a:latin typeface="Courier New" panose="02070309020205020404" pitchFamily="49" charset="0"/>
                </a:rPr>
                <a:t>VARCHAR2 or CHAR</a:t>
              </a:r>
            </a:p>
          </p:txBody>
        </p:sp>
        <p:sp>
          <p:nvSpPr>
            <p:cNvPr id="32" name="Rectangle 8">
              <a:extLst>
                <a:ext uri="{FF2B5EF4-FFF2-40B4-BE49-F238E27FC236}">
                  <a16:creationId xmlns:a16="http://schemas.microsoft.com/office/drawing/2014/main" id="{2C85E49A-B3BB-4F00-91BF-DBB6874C3BAC}"/>
                </a:ext>
              </a:extLst>
            </p:cNvPr>
            <p:cNvSpPr>
              <a:spLocks noChangeArrowheads="1"/>
            </p:cNvSpPr>
            <p:nvPr/>
          </p:nvSpPr>
          <p:spPr bwMode="blackWhite">
            <a:xfrm>
              <a:off x="531639" y="5651509"/>
              <a:ext cx="2889250" cy="3825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pPr>
              <a:r>
                <a:rPr lang="en-US" altLang="en-US" sz="1600">
                  <a:solidFill>
                    <a:srgbClr val="000000"/>
                  </a:solidFill>
                  <a:latin typeface="Courier New" panose="02070309020205020404" pitchFamily="49" charset="0"/>
                </a:rPr>
                <a:t>DATE</a:t>
              </a:r>
            </a:p>
          </p:txBody>
        </p:sp>
        <p:sp>
          <p:nvSpPr>
            <p:cNvPr id="33" name="Rectangle 9">
              <a:extLst>
                <a:ext uri="{FF2B5EF4-FFF2-40B4-BE49-F238E27FC236}">
                  <a16:creationId xmlns:a16="http://schemas.microsoft.com/office/drawing/2014/main" id="{B9FEFC52-D67B-4D4B-8ADF-8BBEF7B988D6}"/>
                </a:ext>
              </a:extLst>
            </p:cNvPr>
            <p:cNvSpPr>
              <a:spLocks noChangeArrowheads="1"/>
            </p:cNvSpPr>
            <p:nvPr/>
          </p:nvSpPr>
          <p:spPr bwMode="gray">
            <a:xfrm>
              <a:off x="3420889" y="4875221"/>
              <a:ext cx="4475163"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buClr>
                  <a:srgbClr val="000000"/>
                </a:buClr>
              </a:pPr>
              <a:r>
                <a:rPr lang="en-US" altLang="en-US" sz="1800">
                  <a:solidFill>
                    <a:schemeClr val="bg1"/>
                  </a:solidFill>
                  <a:latin typeface="Arial" panose="020B0604020202020204" pitchFamily="34" charset="0"/>
                </a:rPr>
                <a:t>To</a:t>
              </a:r>
            </a:p>
          </p:txBody>
        </p:sp>
        <p:sp>
          <p:nvSpPr>
            <p:cNvPr id="34" name="Rectangle 10">
              <a:extLst>
                <a:ext uri="{FF2B5EF4-FFF2-40B4-BE49-F238E27FC236}">
                  <a16:creationId xmlns:a16="http://schemas.microsoft.com/office/drawing/2014/main" id="{40006123-C3B5-40E5-A35D-88FAC0253D1C}"/>
                </a:ext>
              </a:extLst>
            </p:cNvPr>
            <p:cNvSpPr>
              <a:spLocks noChangeArrowheads="1"/>
            </p:cNvSpPr>
            <p:nvPr/>
          </p:nvSpPr>
          <p:spPr bwMode="gray">
            <a:xfrm>
              <a:off x="531639" y="4875221"/>
              <a:ext cx="2889250"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buClr>
                  <a:srgbClr val="000000"/>
                </a:buClr>
              </a:pPr>
              <a:r>
                <a:rPr lang="en-US" altLang="en-US" sz="1800">
                  <a:solidFill>
                    <a:schemeClr val="bg1"/>
                  </a:solidFill>
                  <a:latin typeface="Arial" panose="020B0604020202020204" pitchFamily="34" charset="0"/>
                </a:rPr>
                <a:t>From</a:t>
              </a:r>
            </a:p>
          </p:txBody>
        </p:sp>
        <p:sp>
          <p:nvSpPr>
            <p:cNvPr id="35" name="Line 11">
              <a:extLst>
                <a:ext uri="{FF2B5EF4-FFF2-40B4-BE49-F238E27FC236}">
                  <a16:creationId xmlns:a16="http://schemas.microsoft.com/office/drawing/2014/main" id="{F3127FB1-C7EB-46E8-9DAA-38001D65C2F0}"/>
                </a:ext>
              </a:extLst>
            </p:cNvPr>
            <p:cNvSpPr>
              <a:spLocks noChangeShapeType="1"/>
            </p:cNvSpPr>
            <p:nvPr/>
          </p:nvSpPr>
          <p:spPr bwMode="blackWhite">
            <a:xfrm>
              <a:off x="531639" y="5240346"/>
              <a:ext cx="7364413"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12">
              <a:extLst>
                <a:ext uri="{FF2B5EF4-FFF2-40B4-BE49-F238E27FC236}">
                  <a16:creationId xmlns:a16="http://schemas.microsoft.com/office/drawing/2014/main" id="{9EB8A864-07A7-4602-8FDE-0B7C612BC3E7}"/>
                </a:ext>
              </a:extLst>
            </p:cNvPr>
            <p:cNvSpPr>
              <a:spLocks noChangeShapeType="1"/>
            </p:cNvSpPr>
            <p:nvPr/>
          </p:nvSpPr>
          <p:spPr bwMode="blackWhite">
            <a:xfrm>
              <a:off x="531639" y="6034096"/>
              <a:ext cx="736441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13">
              <a:extLst>
                <a:ext uri="{FF2B5EF4-FFF2-40B4-BE49-F238E27FC236}">
                  <a16:creationId xmlns:a16="http://schemas.microsoft.com/office/drawing/2014/main" id="{86E891B0-F151-45AB-9558-4FEEF948D519}"/>
                </a:ext>
              </a:extLst>
            </p:cNvPr>
            <p:cNvSpPr>
              <a:spLocks noChangeShapeType="1"/>
            </p:cNvSpPr>
            <p:nvPr/>
          </p:nvSpPr>
          <p:spPr bwMode="blackWhite">
            <a:xfrm>
              <a:off x="531639" y="4875221"/>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14">
              <a:extLst>
                <a:ext uri="{FF2B5EF4-FFF2-40B4-BE49-F238E27FC236}">
                  <a16:creationId xmlns:a16="http://schemas.microsoft.com/office/drawing/2014/main" id="{FC3ED718-0637-46C0-8092-1DBA6665E02D}"/>
                </a:ext>
              </a:extLst>
            </p:cNvPr>
            <p:cNvSpPr>
              <a:spLocks noChangeShapeType="1"/>
            </p:cNvSpPr>
            <p:nvPr/>
          </p:nvSpPr>
          <p:spPr bwMode="blackWhite">
            <a:xfrm>
              <a:off x="3420889" y="4875221"/>
              <a:ext cx="0" cy="11588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15">
              <a:extLst>
                <a:ext uri="{FF2B5EF4-FFF2-40B4-BE49-F238E27FC236}">
                  <a16:creationId xmlns:a16="http://schemas.microsoft.com/office/drawing/2014/main" id="{87E4F08D-7888-4CE1-86D1-A74C5AB17954}"/>
                </a:ext>
              </a:extLst>
            </p:cNvPr>
            <p:cNvSpPr>
              <a:spLocks noChangeShapeType="1"/>
            </p:cNvSpPr>
            <p:nvPr/>
          </p:nvSpPr>
          <p:spPr bwMode="blackWhite">
            <a:xfrm>
              <a:off x="7896052" y="4875221"/>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16">
              <a:extLst>
                <a:ext uri="{FF2B5EF4-FFF2-40B4-BE49-F238E27FC236}">
                  <a16:creationId xmlns:a16="http://schemas.microsoft.com/office/drawing/2014/main" id="{07B06EEF-D7F7-40DC-B209-F8FA5A26E0F6}"/>
                </a:ext>
              </a:extLst>
            </p:cNvPr>
            <p:cNvSpPr>
              <a:spLocks noChangeShapeType="1"/>
            </p:cNvSpPr>
            <p:nvPr/>
          </p:nvSpPr>
          <p:spPr bwMode="blackWhite">
            <a:xfrm>
              <a:off x="531639" y="5651509"/>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Line 17">
              <a:extLst>
                <a:ext uri="{FF2B5EF4-FFF2-40B4-BE49-F238E27FC236}">
                  <a16:creationId xmlns:a16="http://schemas.microsoft.com/office/drawing/2014/main" id="{96E3A584-C1C1-4DCB-8C76-CDAB1307A59E}"/>
                </a:ext>
              </a:extLst>
            </p:cNvPr>
            <p:cNvSpPr>
              <a:spLocks noChangeShapeType="1"/>
            </p:cNvSpPr>
            <p:nvPr/>
          </p:nvSpPr>
          <p:spPr bwMode="blackWhite">
            <a:xfrm>
              <a:off x="531639" y="4875221"/>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18">
              <a:extLst>
                <a:ext uri="{FF2B5EF4-FFF2-40B4-BE49-F238E27FC236}">
                  <a16:creationId xmlns:a16="http://schemas.microsoft.com/office/drawing/2014/main" id="{C13D310D-1A51-4A65-AED0-023216BBBEA6}"/>
                </a:ext>
              </a:extLst>
            </p:cNvPr>
            <p:cNvSpPr>
              <a:spLocks noChangeShapeType="1"/>
            </p:cNvSpPr>
            <p:nvPr/>
          </p:nvSpPr>
          <p:spPr bwMode="blackWhite">
            <a:xfrm>
              <a:off x="531639" y="5240346"/>
              <a:ext cx="0" cy="79375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19">
              <a:extLst>
                <a:ext uri="{FF2B5EF4-FFF2-40B4-BE49-F238E27FC236}">
                  <a16:creationId xmlns:a16="http://schemas.microsoft.com/office/drawing/2014/main" id="{D109CB6B-EB42-4E30-9CAB-E1C00D326EC7}"/>
                </a:ext>
              </a:extLst>
            </p:cNvPr>
            <p:cNvSpPr>
              <a:spLocks noChangeShapeType="1"/>
            </p:cNvSpPr>
            <p:nvPr/>
          </p:nvSpPr>
          <p:spPr bwMode="blackWhite">
            <a:xfrm>
              <a:off x="7896052" y="5240346"/>
              <a:ext cx="0" cy="79375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4207531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3159BD-4593-4216-A3CD-40377016CF9D}"/>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1F8E4C2C-F32F-4739-B549-4F8F3A9DF68F}"/>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98B0792C-6BA2-4A22-8E73-B0E02EE9C76F}"/>
              </a:ext>
            </a:extLst>
          </p:cNvPr>
          <p:cNvSpPr>
            <a:spLocks noGrp="1"/>
          </p:cNvSpPr>
          <p:nvPr>
            <p:ph type="sldNum" sz="quarter" idx="4"/>
          </p:nvPr>
        </p:nvSpPr>
        <p:spPr/>
        <p:txBody>
          <a:bodyPr/>
          <a:lstStyle/>
          <a:p>
            <a:fld id="{48F63A3B-78C7-47BE-AE5E-E10140E04643}" type="slidenum">
              <a:rPr lang="en-US" smtClean="0"/>
              <a:pPr/>
              <a:t>7</a:t>
            </a:fld>
            <a:endParaRPr lang="en-US" dirty="0"/>
          </a:p>
        </p:txBody>
      </p:sp>
      <p:sp>
        <p:nvSpPr>
          <p:cNvPr id="5" name="Content Placeholder 1">
            <a:extLst>
              <a:ext uri="{FF2B5EF4-FFF2-40B4-BE49-F238E27FC236}">
                <a16:creationId xmlns:a16="http://schemas.microsoft.com/office/drawing/2014/main" id="{C5F82096-2C15-42DA-B796-28F2FD5DA934}"/>
              </a:ext>
            </a:extLst>
          </p:cNvPr>
          <p:cNvSpPr txBox="1">
            <a:spLocks noChangeArrowheads="1"/>
          </p:cNvSpPr>
          <p:nvPr/>
        </p:nvSpPr>
        <p:spPr>
          <a:xfrm>
            <a:off x="1093311" y="1153879"/>
            <a:ext cx="10200957" cy="4848458"/>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altLang="en-US" dirty="0"/>
              <a:t>SQL provides three functions to convert a value from one data type to another:</a:t>
            </a:r>
          </a:p>
          <a:p>
            <a:endParaRPr lang="en-US" altLang="en-US" dirty="0"/>
          </a:p>
        </p:txBody>
      </p:sp>
      <p:sp>
        <p:nvSpPr>
          <p:cNvPr id="6" name="Title 4">
            <a:extLst>
              <a:ext uri="{FF2B5EF4-FFF2-40B4-BE49-F238E27FC236}">
                <a16:creationId xmlns:a16="http://schemas.microsoft.com/office/drawing/2014/main" id="{A8C6BB9C-346B-4320-A9BC-4F2966C24AB9}"/>
              </a:ext>
            </a:extLst>
          </p:cNvPr>
          <p:cNvSpPr txBox="1">
            <a:spLocks noChangeArrowheads="1"/>
          </p:cNvSpPr>
          <p:nvPr/>
        </p:nvSpPr>
        <p:spPr>
          <a:xfrm>
            <a:off x="2237423" y="176213"/>
            <a:ext cx="8003857" cy="6794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Explicit Data Type Conversion</a:t>
            </a:r>
          </a:p>
        </p:txBody>
      </p:sp>
      <p:grpSp>
        <p:nvGrpSpPr>
          <p:cNvPr id="7" name="Group 23">
            <a:extLst>
              <a:ext uri="{FF2B5EF4-FFF2-40B4-BE49-F238E27FC236}">
                <a16:creationId xmlns:a16="http://schemas.microsoft.com/office/drawing/2014/main" id="{7234E309-A594-41B4-A58C-5A93A88A4905}"/>
              </a:ext>
            </a:extLst>
          </p:cNvPr>
          <p:cNvGrpSpPr>
            <a:grpSpLocks/>
          </p:cNvGrpSpPr>
          <p:nvPr/>
        </p:nvGrpSpPr>
        <p:grpSpPr bwMode="auto">
          <a:xfrm>
            <a:off x="2191703" y="2222500"/>
            <a:ext cx="6481762" cy="3898900"/>
            <a:chOff x="1015048" y="2329478"/>
            <a:chExt cx="6481762" cy="3898629"/>
          </a:xfrm>
        </p:grpSpPr>
        <p:sp>
          <p:nvSpPr>
            <p:cNvPr id="8" name="Rectangle 3">
              <a:extLst>
                <a:ext uri="{FF2B5EF4-FFF2-40B4-BE49-F238E27FC236}">
                  <a16:creationId xmlns:a16="http://schemas.microsoft.com/office/drawing/2014/main" id="{08B5A148-826D-4835-808A-BA18ED7BCAAA}"/>
                </a:ext>
              </a:extLst>
            </p:cNvPr>
            <p:cNvSpPr>
              <a:spLocks noChangeArrowheads="1"/>
            </p:cNvSpPr>
            <p:nvPr/>
          </p:nvSpPr>
          <p:spPr bwMode="auto">
            <a:xfrm>
              <a:off x="1015048" y="4116879"/>
              <a:ext cx="1257300" cy="431770"/>
            </a:xfrm>
            <a:prstGeom prst="rect">
              <a:avLst/>
            </a:prstGeom>
            <a:noFill/>
            <a:ln>
              <a:noFill/>
            </a:ln>
            <a:effectLst/>
          </p:spPr>
          <p:txBody>
            <a:bodyPr lIns="92075" tIns="46038" rIns="92075" bIns="46038">
              <a:spAutoFit/>
            </a:bodyPr>
            <a:lstStyle/>
            <a:p>
              <a:pPr>
                <a:defRPr/>
              </a:pPr>
              <a:r>
                <a:rPr lang="en-US" altLang="en-US" sz="2200" b="1" dirty="0">
                  <a:ln w="0"/>
                  <a:effectLst>
                    <a:outerShdw blurRad="38100" dist="19050" dir="2700000" algn="tl" rotWithShape="0">
                      <a:schemeClr val="dk1">
                        <a:alpha val="40000"/>
                      </a:schemeClr>
                    </a:outerShdw>
                  </a:effectLst>
                  <a:latin typeface="Courier New" panose="02070309020205020404" pitchFamily="49" charset="0"/>
                </a:rPr>
                <a:t>NUMBER</a:t>
              </a:r>
            </a:p>
          </p:txBody>
        </p:sp>
        <p:sp>
          <p:nvSpPr>
            <p:cNvPr id="9" name="Rectangle 4">
              <a:extLst>
                <a:ext uri="{FF2B5EF4-FFF2-40B4-BE49-F238E27FC236}">
                  <a16:creationId xmlns:a16="http://schemas.microsoft.com/office/drawing/2014/main" id="{EE265A9F-1AF1-4635-865A-CA88C198CC8C}"/>
                </a:ext>
              </a:extLst>
            </p:cNvPr>
            <p:cNvSpPr>
              <a:spLocks noChangeArrowheads="1"/>
            </p:cNvSpPr>
            <p:nvPr/>
          </p:nvSpPr>
          <p:spPr bwMode="auto">
            <a:xfrm>
              <a:off x="3026410" y="4116879"/>
              <a:ext cx="2609850" cy="431770"/>
            </a:xfrm>
            <a:prstGeom prst="rect">
              <a:avLst/>
            </a:prstGeom>
            <a:noFill/>
            <a:ln>
              <a:noFill/>
            </a:ln>
            <a:effectLst/>
          </p:spPr>
          <p:txBody>
            <a:bodyPr lIns="92075" tIns="46038" rIns="92075" bIns="46038">
              <a:spAutoFit/>
            </a:bodyPr>
            <a:lstStyle/>
            <a:p>
              <a:pPr>
                <a:defRPr/>
              </a:pPr>
              <a:r>
                <a:rPr lang="en-US" altLang="en-US" sz="2200" b="1" dirty="0">
                  <a:ln w="0"/>
                  <a:effectLst>
                    <a:outerShdw blurRad="38100" dist="19050" dir="2700000" algn="tl" rotWithShape="0">
                      <a:schemeClr val="dk1">
                        <a:alpha val="40000"/>
                      </a:schemeClr>
                    </a:outerShdw>
                  </a:effectLst>
                </a:rPr>
                <a:t>CHARACTER</a:t>
              </a:r>
            </a:p>
          </p:txBody>
        </p:sp>
        <p:sp>
          <p:nvSpPr>
            <p:cNvPr id="10" name="Arc 5">
              <a:extLst>
                <a:ext uri="{FF2B5EF4-FFF2-40B4-BE49-F238E27FC236}">
                  <a16:creationId xmlns:a16="http://schemas.microsoft.com/office/drawing/2014/main" id="{9EE683D0-8781-4254-95BA-C6BEFC1D107C}"/>
                </a:ext>
              </a:extLst>
            </p:cNvPr>
            <p:cNvSpPr>
              <a:spLocks/>
            </p:cNvSpPr>
            <p:nvPr/>
          </p:nvSpPr>
          <p:spPr bwMode="auto">
            <a:xfrm>
              <a:off x="2934335" y="4513726"/>
              <a:ext cx="1333500" cy="1182605"/>
            </a:xfrm>
            <a:custGeom>
              <a:avLst/>
              <a:gdLst>
                <a:gd name="G0" fmla="+- 208 0 0"/>
                <a:gd name="G1" fmla="+- 0 0 0"/>
                <a:gd name="G2" fmla="+- 21600 0 0"/>
                <a:gd name="T0" fmla="*/ 21807 w 21807"/>
                <a:gd name="T1" fmla="*/ 232 h 21600"/>
                <a:gd name="T2" fmla="*/ 0 w 21807"/>
                <a:gd name="T3" fmla="*/ 21599 h 21600"/>
                <a:gd name="T4" fmla="*/ 208 w 21807"/>
                <a:gd name="T5" fmla="*/ 0 h 21600"/>
              </a:gdLst>
              <a:ahLst/>
              <a:cxnLst>
                <a:cxn ang="0">
                  <a:pos x="T0" y="T1"/>
                </a:cxn>
                <a:cxn ang="0">
                  <a:pos x="T2" y="T3"/>
                </a:cxn>
                <a:cxn ang="0">
                  <a:pos x="T4" y="T5"/>
                </a:cxn>
              </a:cxnLst>
              <a:rect l="0" t="0" r="r" b="b"/>
              <a:pathLst>
                <a:path w="21807" h="21600" fill="none" extrusionOk="0">
                  <a:moveTo>
                    <a:pt x="21806" y="231"/>
                  </a:moveTo>
                  <a:cubicBezTo>
                    <a:pt x="21679" y="12070"/>
                    <a:pt x="12046" y="21599"/>
                    <a:pt x="208" y="21599"/>
                  </a:cubicBezTo>
                  <a:cubicBezTo>
                    <a:pt x="138" y="21599"/>
                    <a:pt x="69" y="21599"/>
                    <a:pt x="0" y="21598"/>
                  </a:cubicBezTo>
                </a:path>
                <a:path w="21807" h="21600" stroke="0" extrusionOk="0">
                  <a:moveTo>
                    <a:pt x="21806" y="231"/>
                  </a:moveTo>
                  <a:cubicBezTo>
                    <a:pt x="21679" y="12070"/>
                    <a:pt x="12046" y="21599"/>
                    <a:pt x="208" y="21599"/>
                  </a:cubicBezTo>
                  <a:cubicBezTo>
                    <a:pt x="138" y="21599"/>
                    <a:pt x="69" y="21599"/>
                    <a:pt x="0" y="21598"/>
                  </a:cubicBezTo>
                  <a:lnTo>
                    <a:pt x="208" y="0"/>
                  </a:lnTo>
                  <a:close/>
                </a:path>
              </a:pathLst>
            </a:custGeom>
            <a:noFill/>
            <a:ln w="28575" cap="rnd">
              <a:solidFill>
                <a:schemeClr val="tx1"/>
              </a:solidFill>
              <a:round/>
              <a:headEnd type="triangle" w="sm" len="sm"/>
              <a:tailEnd type="none" w="sm" len="sm"/>
            </a:ln>
            <a:effectLst/>
          </p:spPr>
          <p:txBody>
            <a:bodyPr/>
            <a:lstStyle/>
            <a:p>
              <a:pPr>
                <a:defRPr/>
              </a:pPr>
              <a:endParaRPr lang="en-US" b="1">
                <a:ln w="0"/>
                <a:effectLst>
                  <a:outerShdw blurRad="38100" dist="19050" dir="2700000" algn="tl" rotWithShape="0">
                    <a:schemeClr val="dk1">
                      <a:alpha val="40000"/>
                    </a:schemeClr>
                  </a:outerShdw>
                </a:effectLst>
              </a:endParaRPr>
            </a:p>
          </p:txBody>
        </p:sp>
        <p:sp>
          <p:nvSpPr>
            <p:cNvPr id="11" name="Arc 6">
              <a:extLst>
                <a:ext uri="{FF2B5EF4-FFF2-40B4-BE49-F238E27FC236}">
                  <a16:creationId xmlns:a16="http://schemas.microsoft.com/office/drawing/2014/main" id="{28EA1D3B-8352-4F09-8898-8C9CEF049CA4}"/>
                </a:ext>
              </a:extLst>
            </p:cNvPr>
            <p:cNvSpPr>
              <a:spLocks/>
            </p:cNvSpPr>
            <p:nvPr/>
          </p:nvSpPr>
          <p:spPr bwMode="auto">
            <a:xfrm>
              <a:off x="1635760" y="4513726"/>
              <a:ext cx="1320800" cy="1182605"/>
            </a:xfrm>
            <a:custGeom>
              <a:avLst/>
              <a:gdLst>
                <a:gd name="G0" fmla="+- 21600 0 0"/>
                <a:gd name="G1" fmla="+- 0 0 0"/>
                <a:gd name="G2" fmla="+- 21600 0 0"/>
                <a:gd name="T0" fmla="*/ 21340 w 21600"/>
                <a:gd name="T1" fmla="*/ 21598 h 21598"/>
                <a:gd name="T2" fmla="*/ 0 w 21600"/>
                <a:gd name="T3" fmla="*/ 0 h 21598"/>
                <a:gd name="T4" fmla="*/ 21600 w 21600"/>
                <a:gd name="T5" fmla="*/ 0 h 21598"/>
              </a:gdLst>
              <a:ahLst/>
              <a:cxnLst>
                <a:cxn ang="0">
                  <a:pos x="T0" y="T1"/>
                </a:cxn>
                <a:cxn ang="0">
                  <a:pos x="T2" y="T3"/>
                </a:cxn>
                <a:cxn ang="0">
                  <a:pos x="T4" y="T5"/>
                </a:cxn>
              </a:cxnLst>
              <a:rect l="0" t="0" r="r" b="b"/>
              <a:pathLst>
                <a:path w="21600" h="21598" fill="none" extrusionOk="0">
                  <a:moveTo>
                    <a:pt x="21339" y="21598"/>
                  </a:moveTo>
                  <a:cubicBezTo>
                    <a:pt x="9512" y="21456"/>
                    <a:pt x="0" y="11827"/>
                    <a:pt x="0" y="0"/>
                  </a:cubicBezTo>
                </a:path>
                <a:path w="21600" h="21598" stroke="0" extrusionOk="0">
                  <a:moveTo>
                    <a:pt x="21339" y="21598"/>
                  </a:moveTo>
                  <a:cubicBezTo>
                    <a:pt x="9512" y="21456"/>
                    <a:pt x="0" y="11827"/>
                    <a:pt x="0" y="0"/>
                  </a:cubicBezTo>
                  <a:lnTo>
                    <a:pt x="21600" y="0"/>
                  </a:lnTo>
                  <a:close/>
                </a:path>
              </a:pathLst>
            </a:custGeom>
            <a:noFill/>
            <a:ln w="28575" cap="rnd">
              <a:solidFill>
                <a:schemeClr val="tx1"/>
              </a:solidFill>
              <a:round/>
              <a:headEnd type="none" w="sm" len="sm"/>
              <a:tailEnd type="none" w="sm" len="sm"/>
            </a:ln>
            <a:effectLst/>
          </p:spPr>
          <p:txBody>
            <a:bodyPr/>
            <a:lstStyle/>
            <a:p>
              <a:pPr>
                <a:defRPr/>
              </a:pPr>
              <a:endParaRPr lang="en-US" b="1">
                <a:ln w="0"/>
                <a:effectLst>
                  <a:outerShdw blurRad="38100" dist="19050" dir="2700000" algn="tl" rotWithShape="0">
                    <a:schemeClr val="dk1">
                      <a:alpha val="40000"/>
                    </a:schemeClr>
                  </a:outerShdw>
                </a:effectLst>
              </a:endParaRPr>
            </a:p>
          </p:txBody>
        </p:sp>
        <p:sp>
          <p:nvSpPr>
            <p:cNvPr id="12" name="Rectangle 7">
              <a:extLst>
                <a:ext uri="{FF2B5EF4-FFF2-40B4-BE49-F238E27FC236}">
                  <a16:creationId xmlns:a16="http://schemas.microsoft.com/office/drawing/2014/main" id="{A2880E32-6D50-4889-9593-14BBC5A18556}"/>
                </a:ext>
              </a:extLst>
            </p:cNvPr>
            <p:cNvSpPr>
              <a:spLocks noChangeArrowheads="1"/>
            </p:cNvSpPr>
            <p:nvPr/>
          </p:nvSpPr>
          <p:spPr bwMode="auto">
            <a:xfrm>
              <a:off x="2180273" y="5796337"/>
              <a:ext cx="1593850" cy="431770"/>
            </a:xfrm>
            <a:prstGeom prst="rect">
              <a:avLst/>
            </a:prstGeom>
            <a:noFill/>
            <a:ln>
              <a:noFill/>
            </a:ln>
            <a:effectLst/>
          </p:spPr>
          <p:txBody>
            <a:bodyPr lIns="92075" tIns="46038" rIns="92075" bIns="46038">
              <a:spAutoFit/>
            </a:bodyPr>
            <a:lstStyle/>
            <a:p>
              <a:pPr>
                <a:defRPr/>
              </a:pPr>
              <a:r>
                <a:rPr lang="en-US" altLang="en-US" sz="2200" b="1">
                  <a:ln w="0"/>
                  <a:effectLst>
                    <a:outerShdw blurRad="38100" dist="19050" dir="2700000" algn="tl" rotWithShape="0">
                      <a:schemeClr val="dk1">
                        <a:alpha val="40000"/>
                      </a:schemeClr>
                    </a:outerShdw>
                  </a:effectLst>
                  <a:latin typeface="Courier New" panose="02070309020205020404" pitchFamily="49" charset="0"/>
                </a:rPr>
                <a:t>TO_CHAR</a:t>
              </a:r>
            </a:p>
          </p:txBody>
        </p:sp>
        <p:grpSp>
          <p:nvGrpSpPr>
            <p:cNvPr id="13" name="Group 20">
              <a:extLst>
                <a:ext uri="{FF2B5EF4-FFF2-40B4-BE49-F238E27FC236}">
                  <a16:creationId xmlns:a16="http://schemas.microsoft.com/office/drawing/2014/main" id="{185ABE77-A4B4-406A-941D-AF48C904F8DE}"/>
                </a:ext>
              </a:extLst>
            </p:cNvPr>
            <p:cNvGrpSpPr>
              <a:grpSpLocks/>
            </p:cNvGrpSpPr>
            <p:nvPr/>
          </p:nvGrpSpPr>
          <p:grpSpPr bwMode="auto">
            <a:xfrm>
              <a:off x="1637348" y="2872403"/>
              <a:ext cx="2657475" cy="1182687"/>
              <a:chOff x="1185" y="1467"/>
              <a:chExt cx="1674" cy="745"/>
            </a:xfrm>
          </p:grpSpPr>
          <p:sp>
            <p:nvSpPr>
              <p:cNvPr id="23" name="Arc 8">
                <a:extLst>
                  <a:ext uri="{FF2B5EF4-FFF2-40B4-BE49-F238E27FC236}">
                    <a16:creationId xmlns:a16="http://schemas.microsoft.com/office/drawing/2014/main" id="{CDBE0360-681C-4784-A5CC-42BBFE343C61}"/>
                  </a:ext>
                </a:extLst>
              </p:cNvPr>
              <p:cNvSpPr>
                <a:spLocks/>
              </p:cNvSpPr>
              <p:nvPr/>
            </p:nvSpPr>
            <p:spPr bwMode="auto">
              <a:xfrm rot="10800000">
                <a:off x="2018" y="1467"/>
                <a:ext cx="841" cy="745"/>
              </a:xfrm>
              <a:custGeom>
                <a:avLst/>
                <a:gdLst>
                  <a:gd name="G0" fmla="+- 21600 0 0"/>
                  <a:gd name="G1" fmla="+- 0 0 0"/>
                  <a:gd name="G2" fmla="+- 21600 0 0"/>
                  <a:gd name="T0" fmla="*/ 21314 w 21600"/>
                  <a:gd name="T1" fmla="*/ 21598 h 21598"/>
                  <a:gd name="T2" fmla="*/ 0 w 21600"/>
                  <a:gd name="T3" fmla="*/ 0 h 21598"/>
                  <a:gd name="T4" fmla="*/ 21600 w 21600"/>
                  <a:gd name="T5" fmla="*/ 0 h 21598"/>
                </a:gdLst>
                <a:ahLst/>
                <a:cxnLst>
                  <a:cxn ang="0">
                    <a:pos x="T0" y="T1"/>
                  </a:cxn>
                  <a:cxn ang="0">
                    <a:pos x="T2" y="T3"/>
                  </a:cxn>
                  <a:cxn ang="0">
                    <a:pos x="T4" y="T5"/>
                  </a:cxn>
                </a:cxnLst>
                <a:rect l="0" t="0" r="r" b="b"/>
                <a:pathLst>
                  <a:path w="21600" h="21598" fill="none" extrusionOk="0">
                    <a:moveTo>
                      <a:pt x="21313" y="21598"/>
                    </a:moveTo>
                    <a:cubicBezTo>
                      <a:pt x="9497" y="21441"/>
                      <a:pt x="0" y="11817"/>
                      <a:pt x="0" y="0"/>
                    </a:cubicBezTo>
                  </a:path>
                  <a:path w="21600" h="21598" stroke="0" extrusionOk="0">
                    <a:moveTo>
                      <a:pt x="21313" y="21598"/>
                    </a:moveTo>
                    <a:cubicBezTo>
                      <a:pt x="9497" y="21441"/>
                      <a:pt x="0" y="11817"/>
                      <a:pt x="0" y="0"/>
                    </a:cubicBezTo>
                    <a:lnTo>
                      <a:pt x="21600" y="0"/>
                    </a:lnTo>
                    <a:close/>
                  </a:path>
                </a:pathLst>
              </a:custGeom>
              <a:noFill/>
              <a:ln w="28575" cap="rnd">
                <a:solidFill>
                  <a:schemeClr val="tx1"/>
                </a:solidFill>
                <a:round/>
                <a:headEnd type="none" w="sm" len="sm"/>
                <a:tailEnd type="none" w="sm" len="sm"/>
              </a:ln>
              <a:effectLst/>
            </p:spPr>
            <p:txBody>
              <a:bodyPr/>
              <a:lstStyle/>
              <a:p>
                <a:pPr>
                  <a:defRPr/>
                </a:pPr>
                <a:endParaRPr lang="en-US" b="1">
                  <a:ln w="0"/>
                  <a:effectLst>
                    <a:outerShdw blurRad="38100" dist="19050" dir="2700000" algn="tl" rotWithShape="0">
                      <a:schemeClr val="dk1">
                        <a:alpha val="40000"/>
                      </a:schemeClr>
                    </a:outerShdw>
                  </a:effectLst>
                </a:endParaRPr>
              </a:p>
            </p:txBody>
          </p:sp>
          <p:sp>
            <p:nvSpPr>
              <p:cNvPr id="24" name="Arc 9">
                <a:extLst>
                  <a:ext uri="{FF2B5EF4-FFF2-40B4-BE49-F238E27FC236}">
                    <a16:creationId xmlns:a16="http://schemas.microsoft.com/office/drawing/2014/main" id="{8527C94C-7D40-48F3-AC6A-BC44696CDE38}"/>
                  </a:ext>
                </a:extLst>
              </p:cNvPr>
              <p:cNvSpPr>
                <a:spLocks/>
              </p:cNvSpPr>
              <p:nvPr/>
            </p:nvSpPr>
            <p:spPr bwMode="auto">
              <a:xfrm rot="10800000">
                <a:off x="1185" y="1467"/>
                <a:ext cx="838" cy="745"/>
              </a:xfrm>
              <a:custGeom>
                <a:avLst/>
                <a:gdLst>
                  <a:gd name="G0" fmla="+- 0 0 0"/>
                  <a:gd name="G1" fmla="+- 0 0 0"/>
                  <a:gd name="G2" fmla="+- 21600 0 0"/>
                  <a:gd name="T0" fmla="*/ 21599 w 21599"/>
                  <a:gd name="T1" fmla="*/ 203 h 21600"/>
                  <a:gd name="T2" fmla="*/ 0 w 21599"/>
                  <a:gd name="T3" fmla="*/ 21600 h 21600"/>
                  <a:gd name="T4" fmla="*/ 0 w 21599"/>
                  <a:gd name="T5" fmla="*/ 0 h 21600"/>
                </a:gdLst>
                <a:ahLst/>
                <a:cxnLst>
                  <a:cxn ang="0">
                    <a:pos x="T0" y="T1"/>
                  </a:cxn>
                  <a:cxn ang="0">
                    <a:pos x="T2" y="T3"/>
                  </a:cxn>
                  <a:cxn ang="0">
                    <a:pos x="T4" y="T5"/>
                  </a:cxn>
                </a:cxnLst>
                <a:rect l="0" t="0" r="r" b="b"/>
                <a:pathLst>
                  <a:path w="21599" h="21600" fill="none" extrusionOk="0">
                    <a:moveTo>
                      <a:pt x="21599" y="203"/>
                    </a:moveTo>
                    <a:cubicBezTo>
                      <a:pt x="21487" y="12052"/>
                      <a:pt x="11850" y="21599"/>
                      <a:pt x="0" y="21599"/>
                    </a:cubicBezTo>
                  </a:path>
                  <a:path w="21599" h="21600" stroke="0" extrusionOk="0">
                    <a:moveTo>
                      <a:pt x="21599" y="203"/>
                    </a:moveTo>
                    <a:cubicBezTo>
                      <a:pt x="21487" y="12052"/>
                      <a:pt x="11850" y="21599"/>
                      <a:pt x="0" y="21599"/>
                    </a:cubicBezTo>
                    <a:lnTo>
                      <a:pt x="0" y="0"/>
                    </a:lnTo>
                    <a:close/>
                  </a:path>
                </a:pathLst>
              </a:custGeom>
              <a:noFill/>
              <a:ln w="28575" cap="rnd">
                <a:solidFill>
                  <a:schemeClr val="tx1"/>
                </a:solidFill>
                <a:round/>
                <a:headEnd type="triangle" w="sm" len="sm"/>
                <a:tailEnd type="none" w="sm" len="sm"/>
              </a:ln>
              <a:effectLst/>
            </p:spPr>
            <p:txBody>
              <a:bodyPr/>
              <a:lstStyle/>
              <a:p>
                <a:pPr>
                  <a:defRPr/>
                </a:pPr>
                <a:endParaRPr lang="en-US" b="1">
                  <a:ln w="0"/>
                  <a:effectLst>
                    <a:outerShdw blurRad="38100" dist="19050" dir="2700000" algn="tl" rotWithShape="0">
                      <a:schemeClr val="dk1">
                        <a:alpha val="40000"/>
                      </a:schemeClr>
                    </a:outerShdw>
                  </a:effectLst>
                </a:endParaRPr>
              </a:p>
            </p:txBody>
          </p:sp>
        </p:grpSp>
        <p:sp>
          <p:nvSpPr>
            <p:cNvPr id="14" name="Rectangle 10">
              <a:extLst>
                <a:ext uri="{FF2B5EF4-FFF2-40B4-BE49-F238E27FC236}">
                  <a16:creationId xmlns:a16="http://schemas.microsoft.com/office/drawing/2014/main" id="{031D90D0-F269-4694-A231-04B69DD1FF34}"/>
                </a:ext>
              </a:extLst>
            </p:cNvPr>
            <p:cNvSpPr>
              <a:spLocks noChangeArrowheads="1"/>
            </p:cNvSpPr>
            <p:nvPr/>
          </p:nvSpPr>
          <p:spPr bwMode="auto">
            <a:xfrm>
              <a:off x="1965960" y="2329478"/>
              <a:ext cx="2022475" cy="431770"/>
            </a:xfrm>
            <a:prstGeom prst="rect">
              <a:avLst/>
            </a:prstGeom>
            <a:noFill/>
            <a:ln>
              <a:noFill/>
            </a:ln>
            <a:effectLst/>
          </p:spPr>
          <p:txBody>
            <a:bodyPr lIns="92075" tIns="46038" rIns="92075" bIns="46038">
              <a:spAutoFit/>
            </a:bodyPr>
            <a:lstStyle/>
            <a:p>
              <a:pPr>
                <a:defRPr/>
              </a:pPr>
              <a:r>
                <a:rPr lang="en-US" altLang="en-US" sz="2200" b="1" dirty="0">
                  <a:ln w="0"/>
                  <a:effectLst>
                    <a:outerShdw blurRad="38100" dist="19050" dir="2700000" algn="tl" rotWithShape="0">
                      <a:schemeClr val="dk1">
                        <a:alpha val="40000"/>
                      </a:schemeClr>
                    </a:outerShdw>
                  </a:effectLst>
                  <a:latin typeface="Courier New" panose="02070309020205020404" pitchFamily="49" charset="0"/>
                </a:rPr>
                <a:t>TO_NUMBER</a:t>
              </a:r>
            </a:p>
          </p:txBody>
        </p:sp>
        <p:sp>
          <p:nvSpPr>
            <p:cNvPr id="15" name="Rectangle 13">
              <a:extLst>
                <a:ext uri="{FF2B5EF4-FFF2-40B4-BE49-F238E27FC236}">
                  <a16:creationId xmlns:a16="http://schemas.microsoft.com/office/drawing/2014/main" id="{4B1DC6C2-4375-48CB-BA1E-373345EF6E58}"/>
                </a:ext>
              </a:extLst>
            </p:cNvPr>
            <p:cNvSpPr>
              <a:spLocks noChangeArrowheads="1"/>
            </p:cNvSpPr>
            <p:nvPr/>
          </p:nvSpPr>
          <p:spPr bwMode="auto">
            <a:xfrm>
              <a:off x="6555423" y="4116879"/>
              <a:ext cx="941387" cy="431770"/>
            </a:xfrm>
            <a:prstGeom prst="rect">
              <a:avLst/>
            </a:prstGeom>
            <a:noFill/>
            <a:ln>
              <a:noFill/>
            </a:ln>
            <a:effectLst/>
          </p:spPr>
          <p:txBody>
            <a:bodyPr lIns="92075" tIns="46038" rIns="92075" bIns="46038">
              <a:spAutoFit/>
            </a:bodyPr>
            <a:lstStyle/>
            <a:p>
              <a:pPr>
                <a:defRPr/>
              </a:pPr>
              <a:r>
                <a:rPr lang="en-US" altLang="en-US" sz="2200" b="1">
                  <a:ln w="0"/>
                  <a:effectLst>
                    <a:outerShdw blurRad="38100" dist="19050" dir="2700000" algn="tl" rotWithShape="0">
                      <a:schemeClr val="dk1">
                        <a:alpha val="40000"/>
                      </a:schemeClr>
                    </a:outerShdw>
                  </a:effectLst>
                  <a:latin typeface="Courier New" panose="02070309020205020404" pitchFamily="49" charset="0"/>
                </a:rPr>
                <a:t>DATE</a:t>
              </a:r>
            </a:p>
          </p:txBody>
        </p:sp>
        <p:sp>
          <p:nvSpPr>
            <p:cNvPr id="16" name="Rectangle 14">
              <a:extLst>
                <a:ext uri="{FF2B5EF4-FFF2-40B4-BE49-F238E27FC236}">
                  <a16:creationId xmlns:a16="http://schemas.microsoft.com/office/drawing/2014/main" id="{63A42D64-4174-4EFC-B2E3-7C3819EB25E5}"/>
                </a:ext>
              </a:extLst>
            </p:cNvPr>
            <p:cNvSpPr>
              <a:spLocks noChangeArrowheads="1"/>
            </p:cNvSpPr>
            <p:nvPr/>
          </p:nvSpPr>
          <p:spPr bwMode="auto">
            <a:xfrm>
              <a:off x="5017135" y="5796337"/>
              <a:ext cx="1390650" cy="431770"/>
            </a:xfrm>
            <a:prstGeom prst="rect">
              <a:avLst/>
            </a:prstGeom>
            <a:noFill/>
            <a:ln>
              <a:noFill/>
            </a:ln>
            <a:effectLst/>
          </p:spPr>
          <p:txBody>
            <a:bodyPr lIns="92075" tIns="46038" rIns="92075" bIns="46038">
              <a:spAutoFit/>
            </a:bodyPr>
            <a:lstStyle/>
            <a:p>
              <a:pPr>
                <a:defRPr/>
              </a:pPr>
              <a:r>
                <a:rPr lang="en-US" altLang="en-US" sz="2200" b="1">
                  <a:ln w="0"/>
                  <a:effectLst>
                    <a:outerShdw blurRad="38100" dist="19050" dir="2700000" algn="tl" rotWithShape="0">
                      <a:schemeClr val="dk1">
                        <a:alpha val="40000"/>
                      </a:schemeClr>
                    </a:outerShdw>
                  </a:effectLst>
                  <a:latin typeface="Courier New" panose="02070309020205020404" pitchFamily="49" charset="0"/>
                </a:rPr>
                <a:t>TO_CHAR</a:t>
              </a:r>
            </a:p>
          </p:txBody>
        </p:sp>
        <p:grpSp>
          <p:nvGrpSpPr>
            <p:cNvPr id="17" name="Group 19">
              <a:extLst>
                <a:ext uri="{FF2B5EF4-FFF2-40B4-BE49-F238E27FC236}">
                  <a16:creationId xmlns:a16="http://schemas.microsoft.com/office/drawing/2014/main" id="{8BD41FE2-7CBE-434D-8B05-FAAD55E47340}"/>
                </a:ext>
              </a:extLst>
            </p:cNvPr>
            <p:cNvGrpSpPr>
              <a:grpSpLocks/>
            </p:cNvGrpSpPr>
            <p:nvPr/>
          </p:nvGrpSpPr>
          <p:grpSpPr bwMode="auto">
            <a:xfrm>
              <a:off x="4366260" y="2872403"/>
              <a:ext cx="2644775" cy="2824162"/>
              <a:chOff x="2904" y="1467"/>
              <a:chExt cx="1666" cy="1779"/>
            </a:xfrm>
          </p:grpSpPr>
          <p:sp>
            <p:nvSpPr>
              <p:cNvPr id="19" name="Arc 11">
                <a:extLst>
                  <a:ext uri="{FF2B5EF4-FFF2-40B4-BE49-F238E27FC236}">
                    <a16:creationId xmlns:a16="http://schemas.microsoft.com/office/drawing/2014/main" id="{EF480243-B08A-4D83-9688-50E15EF92A55}"/>
                  </a:ext>
                </a:extLst>
              </p:cNvPr>
              <p:cNvSpPr>
                <a:spLocks/>
              </p:cNvSpPr>
              <p:nvPr/>
            </p:nvSpPr>
            <p:spPr bwMode="gray">
              <a:xfrm>
                <a:off x="3730" y="2501"/>
                <a:ext cx="840" cy="745"/>
              </a:xfrm>
              <a:custGeom>
                <a:avLst/>
                <a:gdLst>
                  <a:gd name="G0" fmla="+- 208 0 0"/>
                  <a:gd name="G1" fmla="+- 0 0 0"/>
                  <a:gd name="G2" fmla="+- 21600 0 0"/>
                  <a:gd name="T0" fmla="*/ 21807 w 21807"/>
                  <a:gd name="T1" fmla="*/ 232 h 21600"/>
                  <a:gd name="T2" fmla="*/ 0 w 21807"/>
                  <a:gd name="T3" fmla="*/ 21599 h 21600"/>
                  <a:gd name="T4" fmla="*/ 208 w 21807"/>
                  <a:gd name="T5" fmla="*/ 0 h 21600"/>
                </a:gdLst>
                <a:ahLst/>
                <a:cxnLst>
                  <a:cxn ang="0">
                    <a:pos x="T0" y="T1"/>
                  </a:cxn>
                  <a:cxn ang="0">
                    <a:pos x="T2" y="T3"/>
                  </a:cxn>
                  <a:cxn ang="0">
                    <a:pos x="T4" y="T5"/>
                  </a:cxn>
                </a:cxnLst>
                <a:rect l="0" t="0" r="r" b="b"/>
                <a:pathLst>
                  <a:path w="21807" h="21600" fill="none" extrusionOk="0">
                    <a:moveTo>
                      <a:pt x="21806" y="231"/>
                    </a:moveTo>
                    <a:cubicBezTo>
                      <a:pt x="21679" y="12070"/>
                      <a:pt x="12046" y="21599"/>
                      <a:pt x="208" y="21599"/>
                    </a:cubicBezTo>
                    <a:cubicBezTo>
                      <a:pt x="138" y="21599"/>
                      <a:pt x="69" y="21599"/>
                      <a:pt x="0" y="21598"/>
                    </a:cubicBezTo>
                  </a:path>
                  <a:path w="21807" h="21600" stroke="0" extrusionOk="0">
                    <a:moveTo>
                      <a:pt x="21806" y="231"/>
                    </a:moveTo>
                    <a:cubicBezTo>
                      <a:pt x="21679" y="12070"/>
                      <a:pt x="12046" y="21599"/>
                      <a:pt x="208" y="21599"/>
                    </a:cubicBezTo>
                    <a:cubicBezTo>
                      <a:pt x="138" y="21599"/>
                      <a:pt x="69" y="21599"/>
                      <a:pt x="0" y="21598"/>
                    </a:cubicBezTo>
                    <a:lnTo>
                      <a:pt x="208" y="0"/>
                    </a:lnTo>
                    <a:close/>
                  </a:path>
                </a:pathLst>
              </a:custGeom>
              <a:noFill/>
              <a:ln w="28575" cap="rnd">
                <a:solidFill>
                  <a:srgbClr val="FF3300"/>
                </a:solidFill>
                <a:round/>
                <a:headEnd type="none" w="sm" len="sm"/>
                <a:tailEnd type="none" w="sm" len="sm"/>
              </a:ln>
              <a:effectLst/>
            </p:spPr>
            <p:txBody>
              <a:bodyPr/>
              <a:lstStyle/>
              <a:p>
                <a:pPr>
                  <a:defRPr/>
                </a:pPr>
                <a:endParaRPr lang="en-US" b="1">
                  <a:ln w="0"/>
                  <a:effectLst>
                    <a:outerShdw blurRad="38100" dist="19050" dir="2700000" algn="tl" rotWithShape="0">
                      <a:schemeClr val="dk1">
                        <a:alpha val="40000"/>
                      </a:schemeClr>
                    </a:outerShdw>
                  </a:effectLst>
                </a:endParaRPr>
              </a:p>
            </p:txBody>
          </p:sp>
          <p:sp>
            <p:nvSpPr>
              <p:cNvPr id="20" name="Arc 12">
                <a:extLst>
                  <a:ext uri="{FF2B5EF4-FFF2-40B4-BE49-F238E27FC236}">
                    <a16:creationId xmlns:a16="http://schemas.microsoft.com/office/drawing/2014/main" id="{6B1E489D-6489-4D21-BC28-D5013DF30329}"/>
                  </a:ext>
                </a:extLst>
              </p:cNvPr>
              <p:cNvSpPr>
                <a:spLocks/>
              </p:cNvSpPr>
              <p:nvPr/>
            </p:nvSpPr>
            <p:spPr bwMode="gray">
              <a:xfrm>
                <a:off x="2912" y="2501"/>
                <a:ext cx="832" cy="745"/>
              </a:xfrm>
              <a:custGeom>
                <a:avLst/>
                <a:gdLst>
                  <a:gd name="G0" fmla="+- 21600 0 0"/>
                  <a:gd name="G1" fmla="+- 0 0 0"/>
                  <a:gd name="G2" fmla="+- 21600 0 0"/>
                  <a:gd name="T0" fmla="*/ 21340 w 21600"/>
                  <a:gd name="T1" fmla="*/ 21598 h 21598"/>
                  <a:gd name="T2" fmla="*/ 0 w 21600"/>
                  <a:gd name="T3" fmla="*/ 0 h 21598"/>
                  <a:gd name="T4" fmla="*/ 21600 w 21600"/>
                  <a:gd name="T5" fmla="*/ 0 h 21598"/>
                </a:gdLst>
                <a:ahLst/>
                <a:cxnLst>
                  <a:cxn ang="0">
                    <a:pos x="T0" y="T1"/>
                  </a:cxn>
                  <a:cxn ang="0">
                    <a:pos x="T2" y="T3"/>
                  </a:cxn>
                  <a:cxn ang="0">
                    <a:pos x="T4" y="T5"/>
                  </a:cxn>
                </a:cxnLst>
                <a:rect l="0" t="0" r="r" b="b"/>
                <a:pathLst>
                  <a:path w="21600" h="21598" fill="none" extrusionOk="0">
                    <a:moveTo>
                      <a:pt x="21339" y="21598"/>
                    </a:moveTo>
                    <a:cubicBezTo>
                      <a:pt x="9512" y="21456"/>
                      <a:pt x="0" y="11827"/>
                      <a:pt x="0" y="0"/>
                    </a:cubicBezTo>
                  </a:path>
                  <a:path w="21600" h="21598" stroke="0" extrusionOk="0">
                    <a:moveTo>
                      <a:pt x="21339" y="21598"/>
                    </a:moveTo>
                    <a:cubicBezTo>
                      <a:pt x="9512" y="21456"/>
                      <a:pt x="0" y="11827"/>
                      <a:pt x="0" y="0"/>
                    </a:cubicBezTo>
                    <a:lnTo>
                      <a:pt x="21600" y="0"/>
                    </a:lnTo>
                    <a:close/>
                  </a:path>
                </a:pathLst>
              </a:custGeom>
              <a:noFill/>
              <a:ln w="28575" cap="rnd">
                <a:solidFill>
                  <a:srgbClr val="FF3300"/>
                </a:solidFill>
                <a:round/>
                <a:headEnd type="none" w="sm" len="sm"/>
                <a:tailEnd type="triangle" w="sm" len="sm"/>
              </a:ln>
              <a:effectLst/>
            </p:spPr>
            <p:txBody>
              <a:bodyPr/>
              <a:lstStyle/>
              <a:p>
                <a:pPr>
                  <a:defRPr/>
                </a:pPr>
                <a:endParaRPr lang="en-US" b="1">
                  <a:ln w="0"/>
                  <a:effectLst>
                    <a:outerShdw blurRad="38100" dist="19050" dir="2700000" algn="tl" rotWithShape="0">
                      <a:schemeClr val="dk1">
                        <a:alpha val="40000"/>
                      </a:schemeClr>
                    </a:outerShdw>
                  </a:effectLst>
                </a:endParaRPr>
              </a:p>
            </p:txBody>
          </p:sp>
          <p:sp>
            <p:nvSpPr>
              <p:cNvPr id="21" name="Arc 15">
                <a:extLst>
                  <a:ext uri="{FF2B5EF4-FFF2-40B4-BE49-F238E27FC236}">
                    <a16:creationId xmlns:a16="http://schemas.microsoft.com/office/drawing/2014/main" id="{4246B661-F149-48D4-A7C0-A33D60CEA317}"/>
                  </a:ext>
                </a:extLst>
              </p:cNvPr>
              <p:cNvSpPr>
                <a:spLocks/>
              </p:cNvSpPr>
              <p:nvPr/>
            </p:nvSpPr>
            <p:spPr bwMode="gray">
              <a:xfrm rot="10800000">
                <a:off x="3730" y="1467"/>
                <a:ext cx="832" cy="745"/>
              </a:xfrm>
              <a:custGeom>
                <a:avLst/>
                <a:gdLst>
                  <a:gd name="G0" fmla="+- 21600 0 0"/>
                  <a:gd name="G1" fmla="+- 0 0 0"/>
                  <a:gd name="G2" fmla="+- 21600 0 0"/>
                  <a:gd name="T0" fmla="*/ 21314 w 21600"/>
                  <a:gd name="T1" fmla="*/ 21598 h 21598"/>
                  <a:gd name="T2" fmla="*/ 0 w 21600"/>
                  <a:gd name="T3" fmla="*/ 0 h 21598"/>
                  <a:gd name="T4" fmla="*/ 21600 w 21600"/>
                  <a:gd name="T5" fmla="*/ 0 h 21598"/>
                </a:gdLst>
                <a:ahLst/>
                <a:cxnLst>
                  <a:cxn ang="0">
                    <a:pos x="T0" y="T1"/>
                  </a:cxn>
                  <a:cxn ang="0">
                    <a:pos x="T2" y="T3"/>
                  </a:cxn>
                  <a:cxn ang="0">
                    <a:pos x="T4" y="T5"/>
                  </a:cxn>
                </a:cxnLst>
                <a:rect l="0" t="0" r="r" b="b"/>
                <a:pathLst>
                  <a:path w="21600" h="21598" fill="none" extrusionOk="0">
                    <a:moveTo>
                      <a:pt x="21313" y="21598"/>
                    </a:moveTo>
                    <a:cubicBezTo>
                      <a:pt x="9497" y="21441"/>
                      <a:pt x="0" y="11817"/>
                      <a:pt x="0" y="0"/>
                    </a:cubicBezTo>
                  </a:path>
                  <a:path w="21600" h="21598" stroke="0" extrusionOk="0">
                    <a:moveTo>
                      <a:pt x="21313" y="21598"/>
                    </a:moveTo>
                    <a:cubicBezTo>
                      <a:pt x="9497" y="21441"/>
                      <a:pt x="0" y="11817"/>
                      <a:pt x="0" y="0"/>
                    </a:cubicBezTo>
                    <a:lnTo>
                      <a:pt x="21600" y="0"/>
                    </a:lnTo>
                    <a:close/>
                  </a:path>
                </a:pathLst>
              </a:custGeom>
              <a:noFill/>
              <a:ln w="28575" cap="rnd">
                <a:solidFill>
                  <a:srgbClr val="FF3300"/>
                </a:solidFill>
                <a:round/>
                <a:headEnd type="none" w="sm" len="sm"/>
                <a:tailEnd type="triangle" w="sm" len="sm"/>
              </a:ln>
              <a:effectLst/>
            </p:spPr>
            <p:txBody>
              <a:bodyPr/>
              <a:lstStyle/>
              <a:p>
                <a:pPr>
                  <a:defRPr/>
                </a:pPr>
                <a:endParaRPr lang="en-US" b="1">
                  <a:ln w="0"/>
                  <a:effectLst>
                    <a:outerShdw blurRad="38100" dist="19050" dir="2700000" algn="tl" rotWithShape="0">
                      <a:schemeClr val="dk1">
                        <a:alpha val="40000"/>
                      </a:schemeClr>
                    </a:outerShdw>
                  </a:effectLst>
                </a:endParaRPr>
              </a:p>
            </p:txBody>
          </p:sp>
          <p:sp>
            <p:nvSpPr>
              <p:cNvPr id="22" name="Arc 16">
                <a:extLst>
                  <a:ext uri="{FF2B5EF4-FFF2-40B4-BE49-F238E27FC236}">
                    <a16:creationId xmlns:a16="http://schemas.microsoft.com/office/drawing/2014/main" id="{D3340D6B-4D92-4A08-8E71-93D3951611B5}"/>
                  </a:ext>
                </a:extLst>
              </p:cNvPr>
              <p:cNvSpPr>
                <a:spLocks/>
              </p:cNvSpPr>
              <p:nvPr/>
            </p:nvSpPr>
            <p:spPr bwMode="gray">
              <a:xfrm rot="10800000">
                <a:off x="2904" y="1467"/>
                <a:ext cx="832" cy="745"/>
              </a:xfrm>
              <a:custGeom>
                <a:avLst/>
                <a:gdLst>
                  <a:gd name="G0" fmla="+- 0 0 0"/>
                  <a:gd name="G1" fmla="+- 0 0 0"/>
                  <a:gd name="G2" fmla="+- 21600 0 0"/>
                  <a:gd name="T0" fmla="*/ 21599 w 21599"/>
                  <a:gd name="T1" fmla="*/ 203 h 21600"/>
                  <a:gd name="T2" fmla="*/ 0 w 21599"/>
                  <a:gd name="T3" fmla="*/ 21600 h 21600"/>
                  <a:gd name="T4" fmla="*/ 0 w 21599"/>
                  <a:gd name="T5" fmla="*/ 0 h 21600"/>
                </a:gdLst>
                <a:ahLst/>
                <a:cxnLst>
                  <a:cxn ang="0">
                    <a:pos x="T0" y="T1"/>
                  </a:cxn>
                  <a:cxn ang="0">
                    <a:pos x="T2" y="T3"/>
                  </a:cxn>
                  <a:cxn ang="0">
                    <a:pos x="T4" y="T5"/>
                  </a:cxn>
                </a:cxnLst>
                <a:rect l="0" t="0" r="r" b="b"/>
                <a:pathLst>
                  <a:path w="21599" h="21600" fill="none" extrusionOk="0">
                    <a:moveTo>
                      <a:pt x="21599" y="203"/>
                    </a:moveTo>
                    <a:cubicBezTo>
                      <a:pt x="21487" y="12052"/>
                      <a:pt x="11850" y="21599"/>
                      <a:pt x="0" y="21599"/>
                    </a:cubicBezTo>
                  </a:path>
                  <a:path w="21599" h="21600" stroke="0" extrusionOk="0">
                    <a:moveTo>
                      <a:pt x="21599" y="203"/>
                    </a:moveTo>
                    <a:cubicBezTo>
                      <a:pt x="21487" y="12052"/>
                      <a:pt x="11850" y="21599"/>
                      <a:pt x="0" y="21599"/>
                    </a:cubicBezTo>
                    <a:lnTo>
                      <a:pt x="0" y="0"/>
                    </a:lnTo>
                    <a:close/>
                  </a:path>
                </a:pathLst>
              </a:custGeom>
              <a:noFill/>
              <a:ln w="28575" cap="rnd">
                <a:solidFill>
                  <a:srgbClr val="FF3300"/>
                </a:solidFill>
                <a:round/>
                <a:headEnd type="none" w="sm" len="sm"/>
                <a:tailEnd type="none" w="sm" len="sm"/>
              </a:ln>
              <a:effectLst/>
            </p:spPr>
            <p:txBody>
              <a:bodyPr/>
              <a:lstStyle/>
              <a:p>
                <a:pPr>
                  <a:defRPr/>
                </a:pPr>
                <a:endParaRPr lang="en-US" b="1">
                  <a:ln w="0"/>
                  <a:effectLst>
                    <a:outerShdw blurRad="38100" dist="19050" dir="2700000" algn="tl" rotWithShape="0">
                      <a:schemeClr val="dk1">
                        <a:alpha val="40000"/>
                      </a:schemeClr>
                    </a:outerShdw>
                  </a:effectLst>
                </a:endParaRPr>
              </a:p>
            </p:txBody>
          </p:sp>
        </p:grpSp>
        <p:sp>
          <p:nvSpPr>
            <p:cNvPr id="18" name="Rectangle 17">
              <a:extLst>
                <a:ext uri="{FF2B5EF4-FFF2-40B4-BE49-F238E27FC236}">
                  <a16:creationId xmlns:a16="http://schemas.microsoft.com/office/drawing/2014/main" id="{E58C7927-3E51-43BA-AA3C-B0B0EB911380}"/>
                </a:ext>
              </a:extLst>
            </p:cNvPr>
            <p:cNvSpPr>
              <a:spLocks noChangeArrowheads="1"/>
            </p:cNvSpPr>
            <p:nvPr/>
          </p:nvSpPr>
          <p:spPr bwMode="auto">
            <a:xfrm>
              <a:off x="4926648" y="2329478"/>
              <a:ext cx="1571625" cy="431770"/>
            </a:xfrm>
            <a:prstGeom prst="rect">
              <a:avLst/>
            </a:prstGeom>
            <a:noFill/>
            <a:ln>
              <a:noFill/>
            </a:ln>
            <a:effectLst/>
          </p:spPr>
          <p:txBody>
            <a:bodyPr lIns="92075" tIns="46038" rIns="92075" bIns="46038">
              <a:spAutoFit/>
            </a:bodyPr>
            <a:lstStyle/>
            <a:p>
              <a:pPr>
                <a:defRPr/>
              </a:pPr>
              <a:r>
                <a:rPr lang="en-US" altLang="en-US" sz="2200" b="1" dirty="0">
                  <a:ln w="0"/>
                  <a:effectLst>
                    <a:outerShdw blurRad="38100" dist="19050" dir="2700000" algn="tl" rotWithShape="0">
                      <a:schemeClr val="dk1">
                        <a:alpha val="40000"/>
                      </a:schemeClr>
                    </a:outerShdw>
                  </a:effectLst>
                  <a:latin typeface="Courier New" panose="02070309020205020404" pitchFamily="49" charset="0"/>
                </a:rPr>
                <a:t>TO_DATE</a:t>
              </a:r>
            </a:p>
          </p:txBody>
        </p:sp>
      </p:grpSp>
    </p:spTree>
    <p:extLst>
      <p:ext uri="{BB962C8B-B14F-4D97-AF65-F5344CB8AC3E}">
        <p14:creationId xmlns:p14="http://schemas.microsoft.com/office/powerpoint/2010/main" val="1027415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837719-5EDD-4679-B1C4-31CBC67B97CD}"/>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BBC6F0AB-766D-43A0-A651-039A5162E1E2}"/>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3070982-9B19-48EE-88C9-5AE7617089B3}"/>
              </a:ext>
            </a:extLst>
          </p:cNvPr>
          <p:cNvSpPr>
            <a:spLocks noGrp="1"/>
          </p:cNvSpPr>
          <p:nvPr>
            <p:ph type="sldNum" sz="quarter" idx="4"/>
          </p:nvPr>
        </p:nvSpPr>
        <p:spPr/>
        <p:txBody>
          <a:bodyPr/>
          <a:lstStyle/>
          <a:p>
            <a:fld id="{48F63A3B-78C7-47BE-AE5E-E10140E04643}" type="slidenum">
              <a:rPr lang="en-US" smtClean="0"/>
              <a:pPr/>
              <a:t>8</a:t>
            </a:fld>
            <a:endParaRPr lang="en-US" dirty="0"/>
          </a:p>
        </p:txBody>
      </p:sp>
      <p:sp>
        <p:nvSpPr>
          <p:cNvPr id="5" name="Content Placeholder 1">
            <a:extLst>
              <a:ext uri="{FF2B5EF4-FFF2-40B4-BE49-F238E27FC236}">
                <a16:creationId xmlns:a16="http://schemas.microsoft.com/office/drawing/2014/main" id="{6D846310-409D-4E60-97C4-994B40DFE36F}"/>
              </a:ext>
            </a:extLst>
          </p:cNvPr>
          <p:cNvSpPr txBox="1">
            <a:spLocks noChangeArrowheads="1"/>
          </p:cNvSpPr>
          <p:nvPr/>
        </p:nvSpPr>
        <p:spPr>
          <a:xfrm>
            <a:off x="74612" y="939800"/>
            <a:ext cx="11949747" cy="52832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altLang="en-US" sz="2000" dirty="0">
                <a:latin typeface="Tahoma" panose="020B0604030504040204" pitchFamily="34" charset="0"/>
                <a:ea typeface="Tahoma" panose="020B0604030504040204" pitchFamily="34" charset="0"/>
                <a:cs typeface="Tahoma" panose="020B0604030504040204" pitchFamily="34" charset="0"/>
              </a:rPr>
              <a:t>A format model is a character literal that describes the format of datetime stored in a character string. For example, the datetime format model for the string '11-Nov-1999' is 'DD-Mon-YYYY’. </a:t>
            </a:r>
          </a:p>
          <a:p>
            <a:pPr marL="0" indent="0">
              <a:lnSpc>
                <a:spcPct val="150000"/>
              </a:lnSpc>
              <a:buNone/>
            </a:pPr>
            <a:r>
              <a:rPr lang="en-US" altLang="en-US" sz="2000" b="1" dirty="0">
                <a:latin typeface="Tahoma" panose="020B0604030504040204" pitchFamily="34" charset="0"/>
                <a:ea typeface="Tahoma" panose="020B0604030504040204" pitchFamily="34" charset="0"/>
                <a:cs typeface="Tahoma" panose="020B0604030504040204" pitchFamily="34" charset="0"/>
              </a:rPr>
              <a:t>TO_CHAR </a:t>
            </a:r>
            <a:r>
              <a:rPr lang="en-US" altLang="en-US" sz="2000" dirty="0">
                <a:latin typeface="Tahoma" panose="020B0604030504040204" pitchFamily="34" charset="0"/>
                <a:ea typeface="Tahoma" panose="020B0604030504040204" pitchFamily="34" charset="0"/>
                <a:cs typeface="Tahoma" panose="020B0604030504040204" pitchFamily="34" charset="0"/>
              </a:rPr>
              <a:t>converts a datetime data type to a value of </a:t>
            </a:r>
            <a:r>
              <a:rPr lang="en-US" altLang="en-US" sz="2000" b="1" dirty="0">
                <a:latin typeface="Tahoma" panose="020B0604030504040204" pitchFamily="34" charset="0"/>
                <a:ea typeface="Tahoma" panose="020B0604030504040204" pitchFamily="34" charset="0"/>
                <a:cs typeface="Tahoma" panose="020B0604030504040204" pitchFamily="34" charset="0"/>
              </a:rPr>
              <a:t>VARCHAR2</a:t>
            </a:r>
            <a:r>
              <a:rPr lang="en-US" altLang="en-US" sz="2000" dirty="0">
                <a:latin typeface="Tahoma" panose="020B0604030504040204" pitchFamily="34" charset="0"/>
                <a:ea typeface="Tahoma" panose="020B0604030504040204" pitchFamily="34" charset="0"/>
                <a:cs typeface="Tahoma" panose="020B0604030504040204" pitchFamily="34" charset="0"/>
              </a:rPr>
              <a:t> data type in the format specified by the </a:t>
            </a:r>
            <a:r>
              <a:rPr lang="en-US" altLang="en-US" sz="2000" i="1" dirty="0" err="1">
                <a:latin typeface="Tahoma" panose="020B0604030504040204" pitchFamily="34" charset="0"/>
                <a:ea typeface="Tahoma" panose="020B0604030504040204" pitchFamily="34" charset="0"/>
                <a:cs typeface="Tahoma" panose="020B0604030504040204" pitchFamily="34" charset="0"/>
              </a:rPr>
              <a:t>format_model</a:t>
            </a:r>
            <a:r>
              <a:rPr lang="en-US" altLang="en-US" sz="2000" dirty="0">
                <a:latin typeface="Tahoma" panose="020B0604030504040204" pitchFamily="34" charset="0"/>
                <a:ea typeface="Tahoma" panose="020B0604030504040204" pitchFamily="34" charset="0"/>
                <a:cs typeface="Tahoma" panose="020B0604030504040204" pitchFamily="34" charset="0"/>
              </a:rPr>
              <a:t>.</a:t>
            </a:r>
          </a:p>
          <a:p>
            <a:pPr>
              <a:defRPr/>
            </a:pPr>
            <a:r>
              <a:rPr lang="en-US" dirty="0"/>
              <a:t>Syntax :</a:t>
            </a:r>
          </a:p>
          <a:p>
            <a:pPr>
              <a:lnSpc>
                <a:spcPct val="150000"/>
              </a:lnSpc>
              <a:defRPr/>
            </a:pPr>
            <a:r>
              <a:rPr lang="en-US" altLang="en-US" dirty="0"/>
              <a:t>The format model:</a:t>
            </a:r>
          </a:p>
          <a:p>
            <a:pPr marL="800100" lvl="1" indent="-342900">
              <a:lnSpc>
                <a:spcPct val="150000"/>
              </a:lnSpc>
              <a:buFont typeface="Wingdings" panose="05000000000000000000" pitchFamily="2" charset="2"/>
              <a:buChar char="ü"/>
              <a:defRPr/>
            </a:pPr>
            <a:r>
              <a:rPr lang="en-US" altLang="en-US" dirty="0"/>
              <a:t>Must be enclosed with single quotation marks</a:t>
            </a:r>
          </a:p>
          <a:p>
            <a:pPr marL="800100" lvl="1" indent="-342900">
              <a:lnSpc>
                <a:spcPct val="150000"/>
              </a:lnSpc>
              <a:buFont typeface="Wingdings" panose="05000000000000000000" pitchFamily="2" charset="2"/>
              <a:buChar char="ü"/>
              <a:defRPr/>
            </a:pPr>
            <a:r>
              <a:rPr lang="en-US" altLang="en-US" dirty="0"/>
              <a:t>Is case-sensitive</a:t>
            </a:r>
          </a:p>
          <a:p>
            <a:pPr marL="800100" lvl="1" indent="-342900">
              <a:lnSpc>
                <a:spcPct val="150000"/>
              </a:lnSpc>
              <a:buFont typeface="Wingdings" panose="05000000000000000000" pitchFamily="2" charset="2"/>
              <a:buChar char="ü"/>
              <a:defRPr/>
            </a:pPr>
            <a:r>
              <a:rPr lang="en-US" altLang="en-US" dirty="0"/>
              <a:t>Can include any valid date format element</a:t>
            </a:r>
          </a:p>
          <a:p>
            <a:pPr marL="800100" lvl="1" indent="-342900">
              <a:lnSpc>
                <a:spcPct val="150000"/>
              </a:lnSpc>
              <a:buFont typeface="Wingdings" panose="05000000000000000000" pitchFamily="2" charset="2"/>
              <a:buChar char="ü"/>
              <a:defRPr/>
            </a:pPr>
            <a:r>
              <a:rPr lang="en-US" altLang="en-US" dirty="0"/>
              <a:t>Has an </a:t>
            </a:r>
            <a:r>
              <a:rPr lang="en-US" altLang="en-US" b="1" dirty="0" err="1"/>
              <a:t>fm</a:t>
            </a:r>
            <a:r>
              <a:rPr lang="en-US" altLang="en-US" dirty="0"/>
              <a:t> element to remove padded blanks or suppress leading zeros</a:t>
            </a:r>
          </a:p>
          <a:p>
            <a:pPr marL="800100" lvl="1" indent="-342900">
              <a:lnSpc>
                <a:spcPct val="150000"/>
              </a:lnSpc>
              <a:buFont typeface="Wingdings" panose="05000000000000000000" pitchFamily="2" charset="2"/>
              <a:buChar char="ü"/>
              <a:defRPr/>
            </a:pPr>
            <a:r>
              <a:rPr lang="en-US" altLang="en-US" dirty="0"/>
              <a:t>Is separated from the date value by a comma.</a:t>
            </a:r>
          </a:p>
          <a:p>
            <a:pPr marL="0" indent="0">
              <a:lnSpc>
                <a:spcPct val="150000"/>
              </a:lnSpc>
              <a:buNone/>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sp>
        <p:nvSpPr>
          <p:cNvPr id="6" name="Rectangle 4">
            <a:extLst>
              <a:ext uri="{FF2B5EF4-FFF2-40B4-BE49-F238E27FC236}">
                <a16:creationId xmlns:a16="http://schemas.microsoft.com/office/drawing/2014/main" id="{8F3C0093-1B79-4270-BB64-0E637F99CCD6}"/>
              </a:ext>
            </a:extLst>
          </p:cNvPr>
          <p:cNvSpPr>
            <a:spLocks noChangeArrowheads="1"/>
          </p:cNvSpPr>
          <p:nvPr/>
        </p:nvSpPr>
        <p:spPr bwMode="blackGray">
          <a:xfrm>
            <a:off x="4732338" y="2676525"/>
            <a:ext cx="5422900" cy="9048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defTabSz="914400">
              <a:lnSpc>
                <a:spcPct val="160000"/>
              </a:lnSpc>
              <a:defRPr/>
            </a:pPr>
            <a:r>
              <a:rPr lang="en-US" altLang="en-US" b="1" kern="0" dirty="0">
                <a:solidFill>
                  <a:srgbClr val="000000"/>
                </a:solidFill>
                <a:latin typeface="Courier New" panose="02070309020205020404" pitchFamily="49" charset="0"/>
              </a:rPr>
              <a:t>TO_CHAR(</a:t>
            </a:r>
            <a:r>
              <a:rPr lang="en-US" altLang="en-US" b="1" i="1" kern="0" dirty="0">
                <a:solidFill>
                  <a:srgbClr val="000000"/>
                </a:solidFill>
                <a:latin typeface="Courier New" panose="02070309020205020404" pitchFamily="49" charset="0"/>
              </a:rPr>
              <a:t>date, </a:t>
            </a:r>
            <a:r>
              <a:rPr lang="en-US" altLang="en-US" b="1" kern="0" dirty="0">
                <a:solidFill>
                  <a:srgbClr val="000000"/>
                </a:solidFill>
                <a:latin typeface="Courier New" panose="02070309020205020404" pitchFamily="49" charset="0"/>
              </a:rPr>
              <a:t>'</a:t>
            </a:r>
            <a:r>
              <a:rPr lang="en-US" altLang="en-US" b="1" i="1" kern="0" dirty="0" err="1">
                <a:solidFill>
                  <a:srgbClr val="000000"/>
                </a:solidFill>
                <a:latin typeface="Courier New" panose="02070309020205020404" pitchFamily="49" charset="0"/>
              </a:rPr>
              <a:t>format_model</a:t>
            </a:r>
            <a:r>
              <a:rPr lang="en-US" altLang="en-US" b="1" kern="0" dirty="0">
                <a:solidFill>
                  <a:srgbClr val="000000"/>
                </a:solidFill>
                <a:latin typeface="Courier New" panose="02070309020205020404" pitchFamily="49" charset="0"/>
              </a:rPr>
              <a:t>')</a:t>
            </a:r>
          </a:p>
        </p:txBody>
      </p:sp>
      <p:sp>
        <p:nvSpPr>
          <p:cNvPr id="7" name="Title 4">
            <a:extLst>
              <a:ext uri="{FF2B5EF4-FFF2-40B4-BE49-F238E27FC236}">
                <a16:creationId xmlns:a16="http://schemas.microsoft.com/office/drawing/2014/main" id="{B52653D4-5743-4529-BC71-262D232220CE}"/>
              </a:ext>
            </a:extLst>
          </p:cNvPr>
          <p:cNvSpPr txBox="1">
            <a:spLocks noChangeArrowheads="1"/>
          </p:cNvSpPr>
          <p:nvPr/>
        </p:nvSpPr>
        <p:spPr>
          <a:xfrm>
            <a:off x="2397125" y="193460"/>
            <a:ext cx="7102475" cy="6794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Format Model</a:t>
            </a:r>
          </a:p>
        </p:txBody>
      </p:sp>
    </p:spTree>
    <p:extLst>
      <p:ext uri="{BB962C8B-B14F-4D97-AF65-F5344CB8AC3E}">
        <p14:creationId xmlns:p14="http://schemas.microsoft.com/office/powerpoint/2010/main" val="3380454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ED13E-37D7-4950-851E-F088753719C6}"/>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A0CD4332-AC8F-4371-846E-2137D774CE98}"/>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F1ADFDD4-2866-4E86-9820-99B0209D6FC5}"/>
              </a:ext>
            </a:extLst>
          </p:cNvPr>
          <p:cNvSpPr>
            <a:spLocks noGrp="1"/>
          </p:cNvSpPr>
          <p:nvPr>
            <p:ph type="sldNum" sz="quarter" idx="4"/>
          </p:nvPr>
        </p:nvSpPr>
        <p:spPr/>
        <p:txBody>
          <a:bodyPr/>
          <a:lstStyle/>
          <a:p>
            <a:fld id="{48F63A3B-78C7-47BE-AE5E-E10140E04643}" type="slidenum">
              <a:rPr lang="en-US" smtClean="0"/>
              <a:pPr/>
              <a:t>9</a:t>
            </a:fld>
            <a:endParaRPr lang="en-US" dirty="0"/>
          </a:p>
        </p:txBody>
      </p:sp>
      <p:sp>
        <p:nvSpPr>
          <p:cNvPr id="5" name="Title 4">
            <a:extLst>
              <a:ext uri="{FF2B5EF4-FFF2-40B4-BE49-F238E27FC236}">
                <a16:creationId xmlns:a16="http://schemas.microsoft.com/office/drawing/2014/main" id="{F1B6DDA3-11A2-4B9E-BDF4-E4C263696AE0}"/>
              </a:ext>
            </a:extLst>
          </p:cNvPr>
          <p:cNvSpPr txBox="1">
            <a:spLocks noChangeArrowheads="1"/>
          </p:cNvSpPr>
          <p:nvPr/>
        </p:nvSpPr>
        <p:spPr>
          <a:xfrm>
            <a:off x="1268730" y="193687"/>
            <a:ext cx="9364982" cy="699793"/>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Elements of the Date Format Model</a:t>
            </a:r>
          </a:p>
        </p:txBody>
      </p:sp>
      <p:grpSp>
        <p:nvGrpSpPr>
          <p:cNvPr id="6" name="Group 72">
            <a:extLst>
              <a:ext uri="{FF2B5EF4-FFF2-40B4-BE49-F238E27FC236}">
                <a16:creationId xmlns:a16="http://schemas.microsoft.com/office/drawing/2014/main" id="{917B017E-7B94-4C37-882B-1004BE0F5431}"/>
              </a:ext>
            </a:extLst>
          </p:cNvPr>
          <p:cNvGrpSpPr>
            <a:grpSpLocks/>
          </p:cNvGrpSpPr>
          <p:nvPr/>
        </p:nvGrpSpPr>
        <p:grpSpPr bwMode="auto">
          <a:xfrm>
            <a:off x="1838291" y="1727624"/>
            <a:ext cx="7364413" cy="3773488"/>
            <a:chOff x="857250" y="1824038"/>
            <a:chExt cx="7364413" cy="3181350"/>
          </a:xfrm>
        </p:grpSpPr>
        <p:sp>
          <p:nvSpPr>
            <p:cNvPr id="7" name="Rectangle 4">
              <a:extLst>
                <a:ext uri="{FF2B5EF4-FFF2-40B4-BE49-F238E27FC236}">
                  <a16:creationId xmlns:a16="http://schemas.microsoft.com/office/drawing/2014/main" id="{573E94BF-38CB-4B96-8578-CA60F153675A}"/>
                </a:ext>
              </a:extLst>
            </p:cNvPr>
            <p:cNvSpPr>
              <a:spLocks noChangeArrowheads="1"/>
            </p:cNvSpPr>
            <p:nvPr/>
          </p:nvSpPr>
          <p:spPr bwMode="blackWhite">
            <a:xfrm>
              <a:off x="3424238" y="4013200"/>
              <a:ext cx="4797425" cy="33496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pPr>
              <a:r>
                <a:rPr lang="en-US" altLang="en-US" sz="1600">
                  <a:solidFill>
                    <a:srgbClr val="000000"/>
                  </a:solidFill>
                  <a:latin typeface="Arial" panose="020B0604020202020204" pitchFamily="34" charset="0"/>
                </a:rPr>
                <a:t>Three-letter abbreviation of the day of the week</a:t>
              </a:r>
            </a:p>
          </p:txBody>
        </p:sp>
        <p:sp>
          <p:nvSpPr>
            <p:cNvPr id="8" name="Rectangle 5">
              <a:extLst>
                <a:ext uri="{FF2B5EF4-FFF2-40B4-BE49-F238E27FC236}">
                  <a16:creationId xmlns:a16="http://schemas.microsoft.com/office/drawing/2014/main" id="{B94C6F56-92B7-4D6F-B8B6-13A25E1C75DE}"/>
                </a:ext>
              </a:extLst>
            </p:cNvPr>
            <p:cNvSpPr>
              <a:spLocks noChangeArrowheads="1"/>
            </p:cNvSpPr>
            <p:nvPr/>
          </p:nvSpPr>
          <p:spPr bwMode="blackWhite">
            <a:xfrm>
              <a:off x="857250" y="4013200"/>
              <a:ext cx="2566988" cy="33496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95000"/>
                </a:lnSpc>
                <a:spcBef>
                  <a:spcPct val="35000"/>
                </a:spcBef>
              </a:pPr>
              <a:r>
                <a:rPr lang="en-US" altLang="en-US" sz="1600">
                  <a:solidFill>
                    <a:srgbClr val="000000"/>
                  </a:solidFill>
                  <a:latin typeface="Courier New" panose="02070309020205020404" pitchFamily="49" charset="0"/>
                </a:rPr>
                <a:t>DY</a:t>
              </a:r>
            </a:p>
          </p:txBody>
        </p:sp>
        <p:sp>
          <p:nvSpPr>
            <p:cNvPr id="9" name="Rectangle 6">
              <a:extLst>
                <a:ext uri="{FF2B5EF4-FFF2-40B4-BE49-F238E27FC236}">
                  <a16:creationId xmlns:a16="http://schemas.microsoft.com/office/drawing/2014/main" id="{7B02D5A8-DD14-40C5-AC00-955EF69F2FEC}"/>
                </a:ext>
              </a:extLst>
            </p:cNvPr>
            <p:cNvSpPr>
              <a:spLocks noChangeArrowheads="1"/>
            </p:cNvSpPr>
            <p:nvPr/>
          </p:nvSpPr>
          <p:spPr bwMode="blackWhite">
            <a:xfrm>
              <a:off x="3424238" y="4348163"/>
              <a:ext cx="4797425" cy="3349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pPr>
              <a:r>
                <a:rPr lang="en-US" altLang="en-US" sz="1600">
                  <a:solidFill>
                    <a:srgbClr val="000000"/>
                  </a:solidFill>
                  <a:latin typeface="Arial" panose="020B0604020202020204" pitchFamily="34" charset="0"/>
                </a:rPr>
                <a:t>Full name of the day of the week</a:t>
              </a:r>
            </a:p>
          </p:txBody>
        </p:sp>
        <p:sp>
          <p:nvSpPr>
            <p:cNvPr id="10" name="Rectangle 7">
              <a:extLst>
                <a:ext uri="{FF2B5EF4-FFF2-40B4-BE49-F238E27FC236}">
                  <a16:creationId xmlns:a16="http://schemas.microsoft.com/office/drawing/2014/main" id="{0C0D589F-33D9-49E3-8A37-E95583EC9E30}"/>
                </a:ext>
              </a:extLst>
            </p:cNvPr>
            <p:cNvSpPr>
              <a:spLocks noChangeArrowheads="1"/>
            </p:cNvSpPr>
            <p:nvPr/>
          </p:nvSpPr>
          <p:spPr bwMode="blackWhite">
            <a:xfrm>
              <a:off x="857250" y="4348163"/>
              <a:ext cx="2566988" cy="3349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95000"/>
                </a:lnSpc>
                <a:spcBef>
                  <a:spcPct val="35000"/>
                </a:spcBef>
              </a:pPr>
              <a:r>
                <a:rPr lang="en-US" altLang="en-US" sz="1600">
                  <a:solidFill>
                    <a:srgbClr val="000000"/>
                  </a:solidFill>
                  <a:latin typeface="Courier New" panose="02070309020205020404" pitchFamily="49" charset="0"/>
                </a:rPr>
                <a:t>DAY</a:t>
              </a:r>
            </a:p>
          </p:txBody>
        </p:sp>
        <p:sp>
          <p:nvSpPr>
            <p:cNvPr id="11" name="Rectangle 8">
              <a:extLst>
                <a:ext uri="{FF2B5EF4-FFF2-40B4-BE49-F238E27FC236}">
                  <a16:creationId xmlns:a16="http://schemas.microsoft.com/office/drawing/2014/main" id="{B7DD6AC4-7CAB-4268-AF54-F5AC6D05701F}"/>
                </a:ext>
              </a:extLst>
            </p:cNvPr>
            <p:cNvSpPr>
              <a:spLocks noChangeArrowheads="1"/>
            </p:cNvSpPr>
            <p:nvPr/>
          </p:nvSpPr>
          <p:spPr bwMode="blackWhite">
            <a:xfrm>
              <a:off x="3424238" y="2954338"/>
              <a:ext cx="4797425" cy="3222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0"/>
                </a:spcBef>
              </a:pPr>
              <a:r>
                <a:rPr lang="en-US" altLang="en-US" sz="1600">
                  <a:solidFill>
                    <a:srgbClr val="000000"/>
                  </a:solidFill>
                  <a:latin typeface="Arial" panose="020B0604020202020204" pitchFamily="34" charset="0"/>
                </a:rPr>
                <a:t>Two-digit value for the month</a:t>
              </a:r>
            </a:p>
          </p:txBody>
        </p:sp>
        <p:sp>
          <p:nvSpPr>
            <p:cNvPr id="12" name="Rectangle 9">
              <a:extLst>
                <a:ext uri="{FF2B5EF4-FFF2-40B4-BE49-F238E27FC236}">
                  <a16:creationId xmlns:a16="http://schemas.microsoft.com/office/drawing/2014/main" id="{D432F2AB-9B6B-4191-8E8E-DB31EE0F30FC}"/>
                </a:ext>
              </a:extLst>
            </p:cNvPr>
            <p:cNvSpPr>
              <a:spLocks noChangeArrowheads="1"/>
            </p:cNvSpPr>
            <p:nvPr/>
          </p:nvSpPr>
          <p:spPr bwMode="blackWhite">
            <a:xfrm>
              <a:off x="857250" y="2954338"/>
              <a:ext cx="2566988" cy="3222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95000"/>
                </a:lnSpc>
                <a:spcBef>
                  <a:spcPct val="35000"/>
                </a:spcBef>
              </a:pPr>
              <a:r>
                <a:rPr lang="en-US" altLang="en-US" sz="1600">
                  <a:solidFill>
                    <a:srgbClr val="000000"/>
                  </a:solidFill>
                  <a:latin typeface="Courier New" panose="02070309020205020404" pitchFamily="49" charset="0"/>
                </a:rPr>
                <a:t>MM</a:t>
              </a:r>
            </a:p>
          </p:txBody>
        </p:sp>
        <p:sp>
          <p:nvSpPr>
            <p:cNvPr id="13" name="Rectangle 10">
              <a:extLst>
                <a:ext uri="{FF2B5EF4-FFF2-40B4-BE49-F238E27FC236}">
                  <a16:creationId xmlns:a16="http://schemas.microsoft.com/office/drawing/2014/main" id="{1D7F88E5-0764-40E7-ABE0-62A1B41515D7}"/>
                </a:ext>
              </a:extLst>
            </p:cNvPr>
            <p:cNvSpPr>
              <a:spLocks noChangeArrowheads="1"/>
            </p:cNvSpPr>
            <p:nvPr/>
          </p:nvSpPr>
          <p:spPr bwMode="blackWhite">
            <a:xfrm>
              <a:off x="3424238" y="3276600"/>
              <a:ext cx="4797425" cy="41433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0"/>
                </a:spcBef>
              </a:pPr>
              <a:r>
                <a:rPr lang="en-US" altLang="en-US" sz="1600">
                  <a:solidFill>
                    <a:srgbClr val="000000"/>
                  </a:solidFill>
                  <a:latin typeface="Arial" panose="020B0604020202020204" pitchFamily="34" charset="0"/>
                </a:rPr>
                <a:t>Full name of the month</a:t>
              </a:r>
            </a:p>
          </p:txBody>
        </p:sp>
        <p:sp>
          <p:nvSpPr>
            <p:cNvPr id="14" name="Rectangle 11">
              <a:extLst>
                <a:ext uri="{FF2B5EF4-FFF2-40B4-BE49-F238E27FC236}">
                  <a16:creationId xmlns:a16="http://schemas.microsoft.com/office/drawing/2014/main" id="{218384B0-33D5-4E6C-AA60-3F3E70BDC2D9}"/>
                </a:ext>
              </a:extLst>
            </p:cNvPr>
            <p:cNvSpPr>
              <a:spLocks noChangeArrowheads="1"/>
            </p:cNvSpPr>
            <p:nvPr/>
          </p:nvSpPr>
          <p:spPr bwMode="blackWhite">
            <a:xfrm>
              <a:off x="857250" y="3276600"/>
              <a:ext cx="2566988" cy="41433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35000"/>
                </a:spcBef>
              </a:pPr>
              <a:r>
                <a:rPr lang="en-US" altLang="en-US" sz="1600">
                  <a:solidFill>
                    <a:srgbClr val="000000"/>
                  </a:solidFill>
                  <a:latin typeface="Courier New" panose="02070309020205020404" pitchFamily="49" charset="0"/>
                </a:rPr>
                <a:t>MONTH</a:t>
              </a:r>
            </a:p>
          </p:txBody>
        </p:sp>
        <p:sp>
          <p:nvSpPr>
            <p:cNvPr id="15" name="Rectangle 12">
              <a:extLst>
                <a:ext uri="{FF2B5EF4-FFF2-40B4-BE49-F238E27FC236}">
                  <a16:creationId xmlns:a16="http://schemas.microsoft.com/office/drawing/2014/main" id="{2C65CC8B-F3FB-47B4-B958-657B3D8EB637}"/>
                </a:ext>
              </a:extLst>
            </p:cNvPr>
            <p:cNvSpPr>
              <a:spLocks noChangeArrowheads="1"/>
            </p:cNvSpPr>
            <p:nvPr/>
          </p:nvSpPr>
          <p:spPr bwMode="blackWhite">
            <a:xfrm>
              <a:off x="3424238" y="3690938"/>
              <a:ext cx="4797425" cy="3222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95000"/>
                </a:lnSpc>
                <a:spcBef>
                  <a:spcPct val="35000"/>
                </a:spcBef>
              </a:pPr>
              <a:r>
                <a:rPr lang="en-US" altLang="en-US" sz="1600">
                  <a:solidFill>
                    <a:srgbClr val="000000"/>
                  </a:solidFill>
                  <a:latin typeface="Arial" panose="020B0604020202020204" pitchFamily="34" charset="0"/>
                </a:rPr>
                <a:t>Three-letter abbreviation of the month</a:t>
              </a:r>
            </a:p>
          </p:txBody>
        </p:sp>
        <p:sp>
          <p:nvSpPr>
            <p:cNvPr id="16" name="Rectangle 13">
              <a:extLst>
                <a:ext uri="{FF2B5EF4-FFF2-40B4-BE49-F238E27FC236}">
                  <a16:creationId xmlns:a16="http://schemas.microsoft.com/office/drawing/2014/main" id="{CBE23372-1A65-40E7-8C72-6A6199B857FF}"/>
                </a:ext>
              </a:extLst>
            </p:cNvPr>
            <p:cNvSpPr>
              <a:spLocks noChangeArrowheads="1"/>
            </p:cNvSpPr>
            <p:nvPr/>
          </p:nvSpPr>
          <p:spPr bwMode="blackWhite">
            <a:xfrm>
              <a:off x="857250" y="3690938"/>
              <a:ext cx="2566988" cy="32226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95000"/>
                </a:lnSpc>
                <a:spcBef>
                  <a:spcPct val="35000"/>
                </a:spcBef>
              </a:pPr>
              <a:r>
                <a:rPr lang="en-US" altLang="en-US" sz="1600">
                  <a:solidFill>
                    <a:srgbClr val="000000"/>
                  </a:solidFill>
                  <a:latin typeface="Courier New" panose="02070309020205020404" pitchFamily="49" charset="0"/>
                </a:rPr>
                <a:t>MON</a:t>
              </a:r>
            </a:p>
          </p:txBody>
        </p:sp>
        <p:sp>
          <p:nvSpPr>
            <p:cNvPr id="17" name="Rectangle 14">
              <a:extLst>
                <a:ext uri="{FF2B5EF4-FFF2-40B4-BE49-F238E27FC236}">
                  <a16:creationId xmlns:a16="http://schemas.microsoft.com/office/drawing/2014/main" id="{4CBB7424-A14F-45BE-8449-344DF7FF6CAF}"/>
                </a:ext>
              </a:extLst>
            </p:cNvPr>
            <p:cNvSpPr>
              <a:spLocks noChangeArrowheads="1"/>
            </p:cNvSpPr>
            <p:nvPr/>
          </p:nvSpPr>
          <p:spPr bwMode="blackWhite">
            <a:xfrm>
              <a:off x="3424238" y="4683125"/>
              <a:ext cx="4797425" cy="32226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95000"/>
                </a:lnSpc>
                <a:spcBef>
                  <a:spcPct val="35000"/>
                </a:spcBef>
              </a:pPr>
              <a:r>
                <a:rPr lang="en-US" altLang="en-US" sz="1600">
                  <a:solidFill>
                    <a:srgbClr val="000000"/>
                  </a:solidFill>
                  <a:latin typeface="Arial" panose="020B0604020202020204" pitchFamily="34" charset="0"/>
                </a:rPr>
                <a:t>Numeric day of the month</a:t>
              </a:r>
            </a:p>
          </p:txBody>
        </p:sp>
        <p:sp>
          <p:nvSpPr>
            <p:cNvPr id="18" name="Rectangle 15">
              <a:extLst>
                <a:ext uri="{FF2B5EF4-FFF2-40B4-BE49-F238E27FC236}">
                  <a16:creationId xmlns:a16="http://schemas.microsoft.com/office/drawing/2014/main" id="{3062A9BD-E72B-48BE-8E5D-5715224AC5E0}"/>
                </a:ext>
              </a:extLst>
            </p:cNvPr>
            <p:cNvSpPr>
              <a:spLocks noChangeArrowheads="1"/>
            </p:cNvSpPr>
            <p:nvPr/>
          </p:nvSpPr>
          <p:spPr bwMode="blackWhite">
            <a:xfrm>
              <a:off x="857250" y="4683125"/>
              <a:ext cx="2566988" cy="32226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95000"/>
                </a:lnSpc>
                <a:spcBef>
                  <a:spcPct val="35000"/>
                </a:spcBef>
              </a:pPr>
              <a:r>
                <a:rPr lang="en-US" altLang="en-US" sz="1600">
                  <a:solidFill>
                    <a:srgbClr val="000000"/>
                  </a:solidFill>
                  <a:latin typeface="Courier New" panose="02070309020205020404" pitchFamily="49" charset="0"/>
                </a:rPr>
                <a:t>DD</a:t>
              </a:r>
            </a:p>
          </p:txBody>
        </p:sp>
        <p:sp>
          <p:nvSpPr>
            <p:cNvPr id="19" name="Rectangle 16">
              <a:extLst>
                <a:ext uri="{FF2B5EF4-FFF2-40B4-BE49-F238E27FC236}">
                  <a16:creationId xmlns:a16="http://schemas.microsoft.com/office/drawing/2014/main" id="{4ECA780E-03B2-4224-9AA2-8B159C1A3331}"/>
                </a:ext>
              </a:extLst>
            </p:cNvPr>
            <p:cNvSpPr>
              <a:spLocks noChangeArrowheads="1"/>
            </p:cNvSpPr>
            <p:nvPr/>
          </p:nvSpPr>
          <p:spPr bwMode="blackWhite">
            <a:xfrm>
              <a:off x="3424238" y="2189163"/>
              <a:ext cx="4797425" cy="3825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0"/>
                </a:spcBef>
              </a:pPr>
              <a:r>
                <a:rPr lang="en-US" altLang="en-US" sz="1600">
                  <a:solidFill>
                    <a:srgbClr val="000000"/>
                  </a:solidFill>
                  <a:latin typeface="Arial" panose="020B0604020202020204" pitchFamily="34" charset="0"/>
                </a:rPr>
                <a:t>Full year in numbers</a:t>
              </a:r>
            </a:p>
          </p:txBody>
        </p:sp>
        <p:sp>
          <p:nvSpPr>
            <p:cNvPr id="20" name="Rectangle 17">
              <a:extLst>
                <a:ext uri="{FF2B5EF4-FFF2-40B4-BE49-F238E27FC236}">
                  <a16:creationId xmlns:a16="http://schemas.microsoft.com/office/drawing/2014/main" id="{14DECD1F-CEC9-45C1-ACFE-2F3960A05D49}"/>
                </a:ext>
              </a:extLst>
            </p:cNvPr>
            <p:cNvSpPr>
              <a:spLocks noChangeArrowheads="1"/>
            </p:cNvSpPr>
            <p:nvPr/>
          </p:nvSpPr>
          <p:spPr bwMode="blackWhite">
            <a:xfrm>
              <a:off x="857250" y="2189163"/>
              <a:ext cx="2566988" cy="3825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35000"/>
                </a:spcBef>
              </a:pPr>
              <a:r>
                <a:rPr lang="en-US" altLang="en-US" sz="1600">
                  <a:solidFill>
                    <a:srgbClr val="000000"/>
                  </a:solidFill>
                  <a:latin typeface="Courier New" panose="02070309020205020404" pitchFamily="49" charset="0"/>
                </a:rPr>
                <a:t>YYYY</a:t>
              </a:r>
            </a:p>
          </p:txBody>
        </p:sp>
        <p:sp>
          <p:nvSpPr>
            <p:cNvPr id="21" name="Rectangle 18">
              <a:extLst>
                <a:ext uri="{FF2B5EF4-FFF2-40B4-BE49-F238E27FC236}">
                  <a16:creationId xmlns:a16="http://schemas.microsoft.com/office/drawing/2014/main" id="{7C53293C-BCA3-481D-B2BA-1C56E3DC69C2}"/>
                </a:ext>
              </a:extLst>
            </p:cNvPr>
            <p:cNvSpPr>
              <a:spLocks noChangeArrowheads="1"/>
            </p:cNvSpPr>
            <p:nvPr/>
          </p:nvSpPr>
          <p:spPr bwMode="blackWhite">
            <a:xfrm>
              <a:off x="3424238" y="2571750"/>
              <a:ext cx="4797425" cy="3825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0"/>
                </a:spcBef>
              </a:pPr>
              <a:r>
                <a:rPr lang="en-US" altLang="en-US" sz="1600">
                  <a:solidFill>
                    <a:srgbClr val="000000"/>
                  </a:solidFill>
                  <a:latin typeface="Arial" panose="020B0604020202020204" pitchFamily="34" charset="0"/>
                </a:rPr>
                <a:t>Year spelled out (in English)</a:t>
              </a:r>
            </a:p>
          </p:txBody>
        </p:sp>
        <p:sp>
          <p:nvSpPr>
            <p:cNvPr id="22" name="Rectangle 19">
              <a:extLst>
                <a:ext uri="{FF2B5EF4-FFF2-40B4-BE49-F238E27FC236}">
                  <a16:creationId xmlns:a16="http://schemas.microsoft.com/office/drawing/2014/main" id="{436B2BDC-B085-466E-9A2B-C5D9D80CD609}"/>
                </a:ext>
              </a:extLst>
            </p:cNvPr>
            <p:cNvSpPr>
              <a:spLocks noChangeArrowheads="1"/>
            </p:cNvSpPr>
            <p:nvPr/>
          </p:nvSpPr>
          <p:spPr bwMode="blackWhite">
            <a:xfrm>
              <a:off x="857250" y="2571750"/>
              <a:ext cx="2566988" cy="3825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35000"/>
                </a:spcBef>
              </a:pPr>
              <a:r>
                <a:rPr lang="en-US" altLang="en-US" sz="1600">
                  <a:solidFill>
                    <a:srgbClr val="000000"/>
                  </a:solidFill>
                  <a:latin typeface="Courier New" panose="02070309020205020404" pitchFamily="49" charset="0"/>
                </a:rPr>
                <a:t>YEAR</a:t>
              </a:r>
            </a:p>
          </p:txBody>
        </p:sp>
        <p:sp>
          <p:nvSpPr>
            <p:cNvPr id="23" name="Rectangle 20">
              <a:extLst>
                <a:ext uri="{FF2B5EF4-FFF2-40B4-BE49-F238E27FC236}">
                  <a16:creationId xmlns:a16="http://schemas.microsoft.com/office/drawing/2014/main" id="{C09051EA-01B3-4194-9247-1E370D0C3FDD}"/>
                </a:ext>
              </a:extLst>
            </p:cNvPr>
            <p:cNvSpPr>
              <a:spLocks noChangeArrowheads="1"/>
            </p:cNvSpPr>
            <p:nvPr/>
          </p:nvSpPr>
          <p:spPr bwMode="gray">
            <a:xfrm>
              <a:off x="3424238" y="1824038"/>
              <a:ext cx="4797425"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buClr>
                  <a:srgbClr val="000000"/>
                </a:buClr>
              </a:pPr>
              <a:r>
                <a:rPr lang="en-US" altLang="en-US" sz="1800">
                  <a:solidFill>
                    <a:schemeClr val="bg1"/>
                  </a:solidFill>
                  <a:latin typeface="Arial" panose="020B0604020202020204" pitchFamily="34" charset="0"/>
                </a:rPr>
                <a:t>Result</a:t>
              </a:r>
            </a:p>
          </p:txBody>
        </p:sp>
        <p:sp>
          <p:nvSpPr>
            <p:cNvPr id="24" name="Rectangle 21">
              <a:extLst>
                <a:ext uri="{FF2B5EF4-FFF2-40B4-BE49-F238E27FC236}">
                  <a16:creationId xmlns:a16="http://schemas.microsoft.com/office/drawing/2014/main" id="{1D80747C-9AD2-4C41-AAC9-9063F9765313}"/>
                </a:ext>
              </a:extLst>
            </p:cNvPr>
            <p:cNvSpPr>
              <a:spLocks noChangeArrowheads="1"/>
            </p:cNvSpPr>
            <p:nvPr/>
          </p:nvSpPr>
          <p:spPr bwMode="gray">
            <a:xfrm>
              <a:off x="857250" y="1824038"/>
              <a:ext cx="2566988"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buClr>
                  <a:srgbClr val="000000"/>
                </a:buClr>
              </a:pPr>
              <a:r>
                <a:rPr lang="en-US" altLang="en-US" sz="1800">
                  <a:solidFill>
                    <a:schemeClr val="bg1"/>
                  </a:solidFill>
                  <a:latin typeface="Arial" panose="020B0604020202020204" pitchFamily="34" charset="0"/>
                </a:rPr>
                <a:t>Element</a:t>
              </a:r>
            </a:p>
          </p:txBody>
        </p:sp>
        <p:sp>
          <p:nvSpPr>
            <p:cNvPr id="25" name="Line 22">
              <a:extLst>
                <a:ext uri="{FF2B5EF4-FFF2-40B4-BE49-F238E27FC236}">
                  <a16:creationId xmlns:a16="http://schemas.microsoft.com/office/drawing/2014/main" id="{81EA97A4-A85A-43DE-AEA2-5B143B34DE09}"/>
                </a:ext>
              </a:extLst>
            </p:cNvPr>
            <p:cNvSpPr>
              <a:spLocks noChangeShapeType="1"/>
            </p:cNvSpPr>
            <p:nvPr/>
          </p:nvSpPr>
          <p:spPr bwMode="blackWhite">
            <a:xfrm>
              <a:off x="857250" y="2189163"/>
              <a:ext cx="7364413"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3">
              <a:extLst>
                <a:ext uri="{FF2B5EF4-FFF2-40B4-BE49-F238E27FC236}">
                  <a16:creationId xmlns:a16="http://schemas.microsoft.com/office/drawing/2014/main" id="{B17A3BA3-5A8D-49FC-B067-4CBB3C44CC74}"/>
                </a:ext>
              </a:extLst>
            </p:cNvPr>
            <p:cNvSpPr>
              <a:spLocks noChangeShapeType="1"/>
            </p:cNvSpPr>
            <p:nvPr/>
          </p:nvSpPr>
          <p:spPr bwMode="blackWhite">
            <a:xfrm>
              <a:off x="857250" y="2954338"/>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4">
              <a:extLst>
                <a:ext uri="{FF2B5EF4-FFF2-40B4-BE49-F238E27FC236}">
                  <a16:creationId xmlns:a16="http://schemas.microsoft.com/office/drawing/2014/main" id="{C5A3E599-3099-4D25-878E-FD30B9F558BE}"/>
                </a:ext>
              </a:extLst>
            </p:cNvPr>
            <p:cNvSpPr>
              <a:spLocks noChangeShapeType="1"/>
            </p:cNvSpPr>
            <p:nvPr/>
          </p:nvSpPr>
          <p:spPr bwMode="blackWhite">
            <a:xfrm>
              <a:off x="857250" y="5005388"/>
              <a:ext cx="736441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25">
              <a:extLst>
                <a:ext uri="{FF2B5EF4-FFF2-40B4-BE49-F238E27FC236}">
                  <a16:creationId xmlns:a16="http://schemas.microsoft.com/office/drawing/2014/main" id="{9DDDE388-4301-46CE-A65C-361158985D5C}"/>
                </a:ext>
              </a:extLst>
            </p:cNvPr>
            <p:cNvSpPr>
              <a:spLocks noChangeShapeType="1"/>
            </p:cNvSpPr>
            <p:nvPr/>
          </p:nvSpPr>
          <p:spPr bwMode="blackWhite">
            <a:xfrm>
              <a:off x="857250" y="1824038"/>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26">
              <a:extLst>
                <a:ext uri="{FF2B5EF4-FFF2-40B4-BE49-F238E27FC236}">
                  <a16:creationId xmlns:a16="http://schemas.microsoft.com/office/drawing/2014/main" id="{64468A3D-B857-4857-B96E-3CF13FB65D1E}"/>
                </a:ext>
              </a:extLst>
            </p:cNvPr>
            <p:cNvSpPr>
              <a:spLocks noChangeShapeType="1"/>
            </p:cNvSpPr>
            <p:nvPr/>
          </p:nvSpPr>
          <p:spPr bwMode="blackWhite">
            <a:xfrm>
              <a:off x="3424238" y="1824038"/>
              <a:ext cx="0" cy="318135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27">
              <a:extLst>
                <a:ext uri="{FF2B5EF4-FFF2-40B4-BE49-F238E27FC236}">
                  <a16:creationId xmlns:a16="http://schemas.microsoft.com/office/drawing/2014/main" id="{25C516B6-AC3C-4CF2-8E87-C8CA58E766DD}"/>
                </a:ext>
              </a:extLst>
            </p:cNvPr>
            <p:cNvSpPr>
              <a:spLocks noChangeShapeType="1"/>
            </p:cNvSpPr>
            <p:nvPr/>
          </p:nvSpPr>
          <p:spPr bwMode="blackWhite">
            <a:xfrm>
              <a:off x="8221663" y="1824038"/>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28">
              <a:extLst>
                <a:ext uri="{FF2B5EF4-FFF2-40B4-BE49-F238E27FC236}">
                  <a16:creationId xmlns:a16="http://schemas.microsoft.com/office/drawing/2014/main" id="{D637C516-6618-4F36-AAEE-1A1BC1E37EF4}"/>
                </a:ext>
              </a:extLst>
            </p:cNvPr>
            <p:cNvSpPr>
              <a:spLocks noChangeShapeType="1"/>
            </p:cNvSpPr>
            <p:nvPr/>
          </p:nvSpPr>
          <p:spPr bwMode="blackWhite">
            <a:xfrm>
              <a:off x="857250" y="2571750"/>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29">
              <a:extLst>
                <a:ext uri="{FF2B5EF4-FFF2-40B4-BE49-F238E27FC236}">
                  <a16:creationId xmlns:a16="http://schemas.microsoft.com/office/drawing/2014/main" id="{027F40D6-B2B1-47F0-BFDE-C74738AD5486}"/>
                </a:ext>
              </a:extLst>
            </p:cNvPr>
            <p:cNvSpPr>
              <a:spLocks noChangeShapeType="1"/>
            </p:cNvSpPr>
            <p:nvPr/>
          </p:nvSpPr>
          <p:spPr bwMode="blackWhite">
            <a:xfrm>
              <a:off x="857250" y="4013200"/>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30">
              <a:extLst>
                <a:ext uri="{FF2B5EF4-FFF2-40B4-BE49-F238E27FC236}">
                  <a16:creationId xmlns:a16="http://schemas.microsoft.com/office/drawing/2014/main" id="{4BD2129A-E204-44F5-A84F-99848BCAA796}"/>
                </a:ext>
              </a:extLst>
            </p:cNvPr>
            <p:cNvSpPr>
              <a:spLocks noChangeShapeType="1"/>
            </p:cNvSpPr>
            <p:nvPr/>
          </p:nvSpPr>
          <p:spPr bwMode="blackWhite">
            <a:xfrm>
              <a:off x="857250" y="3690938"/>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 name="Line 31">
              <a:extLst>
                <a:ext uri="{FF2B5EF4-FFF2-40B4-BE49-F238E27FC236}">
                  <a16:creationId xmlns:a16="http://schemas.microsoft.com/office/drawing/2014/main" id="{303C0951-BDD1-44AB-A16A-A812E7E6A4A5}"/>
                </a:ext>
              </a:extLst>
            </p:cNvPr>
            <p:cNvSpPr>
              <a:spLocks noChangeShapeType="1"/>
            </p:cNvSpPr>
            <p:nvPr/>
          </p:nvSpPr>
          <p:spPr bwMode="blackWhite">
            <a:xfrm>
              <a:off x="857250" y="3276600"/>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 name="Line 32">
              <a:extLst>
                <a:ext uri="{FF2B5EF4-FFF2-40B4-BE49-F238E27FC236}">
                  <a16:creationId xmlns:a16="http://schemas.microsoft.com/office/drawing/2014/main" id="{5C005279-CE5E-435F-824F-DFD80BEE9818}"/>
                </a:ext>
              </a:extLst>
            </p:cNvPr>
            <p:cNvSpPr>
              <a:spLocks noChangeShapeType="1"/>
            </p:cNvSpPr>
            <p:nvPr/>
          </p:nvSpPr>
          <p:spPr bwMode="blackWhite">
            <a:xfrm>
              <a:off x="857250" y="4683125"/>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Line 33">
              <a:extLst>
                <a:ext uri="{FF2B5EF4-FFF2-40B4-BE49-F238E27FC236}">
                  <a16:creationId xmlns:a16="http://schemas.microsoft.com/office/drawing/2014/main" id="{7AB3EA11-1290-425B-954A-4BF341A997C2}"/>
                </a:ext>
              </a:extLst>
            </p:cNvPr>
            <p:cNvSpPr>
              <a:spLocks noChangeShapeType="1"/>
            </p:cNvSpPr>
            <p:nvPr/>
          </p:nvSpPr>
          <p:spPr bwMode="blackWhite">
            <a:xfrm>
              <a:off x="857250" y="4348163"/>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 name="Line 34">
              <a:extLst>
                <a:ext uri="{FF2B5EF4-FFF2-40B4-BE49-F238E27FC236}">
                  <a16:creationId xmlns:a16="http://schemas.microsoft.com/office/drawing/2014/main" id="{315A3BE2-B1D5-495D-A4EF-055576C9B8AF}"/>
                </a:ext>
              </a:extLst>
            </p:cNvPr>
            <p:cNvSpPr>
              <a:spLocks noChangeShapeType="1"/>
            </p:cNvSpPr>
            <p:nvPr/>
          </p:nvSpPr>
          <p:spPr bwMode="blackWhite">
            <a:xfrm>
              <a:off x="857250" y="1824038"/>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35">
              <a:extLst>
                <a:ext uri="{FF2B5EF4-FFF2-40B4-BE49-F238E27FC236}">
                  <a16:creationId xmlns:a16="http://schemas.microsoft.com/office/drawing/2014/main" id="{9E8C9779-899B-4E97-B25D-113B617CB35A}"/>
                </a:ext>
              </a:extLst>
            </p:cNvPr>
            <p:cNvSpPr>
              <a:spLocks noChangeShapeType="1"/>
            </p:cNvSpPr>
            <p:nvPr/>
          </p:nvSpPr>
          <p:spPr bwMode="blackWhite">
            <a:xfrm>
              <a:off x="857250" y="2189163"/>
              <a:ext cx="0" cy="2816225"/>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36">
              <a:extLst>
                <a:ext uri="{FF2B5EF4-FFF2-40B4-BE49-F238E27FC236}">
                  <a16:creationId xmlns:a16="http://schemas.microsoft.com/office/drawing/2014/main" id="{12BF720D-62B2-4E10-B6D3-801CA5C7955B}"/>
                </a:ext>
              </a:extLst>
            </p:cNvPr>
            <p:cNvSpPr>
              <a:spLocks noChangeShapeType="1"/>
            </p:cNvSpPr>
            <p:nvPr/>
          </p:nvSpPr>
          <p:spPr bwMode="blackWhite">
            <a:xfrm>
              <a:off x="8221663" y="2189163"/>
              <a:ext cx="0" cy="2816225"/>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32745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6BA3E2-CA94-4AE3-A391-F88AADD5A9D5}"/>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975DE58D-31DC-412C-B4D3-1DDA917C8E86}"/>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E2DC62FA-3444-4AA8-89A2-4A1F673CD8FB}"/>
              </a:ext>
            </a:extLst>
          </p:cNvPr>
          <p:cNvSpPr>
            <a:spLocks noGrp="1"/>
          </p:cNvSpPr>
          <p:nvPr>
            <p:ph type="sldNum" sz="quarter" idx="4"/>
          </p:nvPr>
        </p:nvSpPr>
        <p:spPr/>
        <p:txBody>
          <a:bodyPr/>
          <a:lstStyle/>
          <a:p>
            <a:fld id="{48F63A3B-78C7-47BE-AE5E-E10140E04643}" type="slidenum">
              <a:rPr lang="en-US" smtClean="0"/>
              <a:pPr/>
              <a:t>10</a:t>
            </a:fld>
            <a:endParaRPr lang="en-US" dirty="0"/>
          </a:p>
        </p:txBody>
      </p:sp>
      <p:sp>
        <p:nvSpPr>
          <p:cNvPr id="5" name="Content Placeholder 1">
            <a:extLst>
              <a:ext uri="{FF2B5EF4-FFF2-40B4-BE49-F238E27FC236}">
                <a16:creationId xmlns:a16="http://schemas.microsoft.com/office/drawing/2014/main" id="{5E6684FD-B829-4B14-9EE8-B1D6F43F8900}"/>
              </a:ext>
            </a:extLst>
          </p:cNvPr>
          <p:cNvSpPr txBox="1">
            <a:spLocks noChangeArrowheads="1"/>
          </p:cNvSpPr>
          <p:nvPr/>
        </p:nvSpPr>
        <p:spPr>
          <a:xfrm>
            <a:off x="120332" y="916940"/>
            <a:ext cx="10269537" cy="52832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Time elements format the time portion of the date:</a:t>
            </a:r>
          </a:p>
          <a:p>
            <a:pPr>
              <a:lnSpc>
                <a:spcPct val="150000"/>
              </a:lnSpc>
            </a:pPr>
            <a:endParaRPr lang="en-US" altLang="en-US" sz="240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Add character strings by enclosing them with double quotation marks:</a:t>
            </a:r>
          </a:p>
          <a:p>
            <a:endParaRPr lang="en-US" altLang="en-US" sz="2400" dirty="0">
              <a:latin typeface="Tahoma" panose="020B0604030504040204" pitchFamily="34" charset="0"/>
              <a:ea typeface="Tahoma" panose="020B0604030504040204" pitchFamily="34" charset="0"/>
              <a:cs typeface="Tahoma" panose="020B0604030504040204" pitchFamily="34" charset="0"/>
            </a:endParaRPr>
          </a:p>
          <a:p>
            <a:endParaRPr lang="en-US" altLang="en-US" sz="2400" dirty="0">
              <a:latin typeface="Tahoma" panose="020B0604030504040204" pitchFamily="34" charset="0"/>
              <a:ea typeface="Tahoma" panose="020B0604030504040204" pitchFamily="34" charset="0"/>
              <a:cs typeface="Tahoma" panose="020B0604030504040204" pitchFamily="34" charset="0"/>
            </a:endParaRPr>
          </a:p>
          <a:p>
            <a:r>
              <a:rPr lang="en-US" altLang="en-US" sz="2400" dirty="0">
                <a:latin typeface="Tahoma" panose="020B0604030504040204" pitchFamily="34" charset="0"/>
                <a:ea typeface="Tahoma" panose="020B0604030504040204" pitchFamily="34" charset="0"/>
                <a:cs typeface="Tahoma" panose="020B0604030504040204" pitchFamily="34" charset="0"/>
              </a:rPr>
              <a:t>Number suffixes spell out numbers:</a:t>
            </a:r>
          </a:p>
          <a:p>
            <a:endParaRPr lang="en-US" altLang="en-US" dirty="0"/>
          </a:p>
        </p:txBody>
      </p:sp>
      <p:grpSp>
        <p:nvGrpSpPr>
          <p:cNvPr id="6" name="Group 17">
            <a:extLst>
              <a:ext uri="{FF2B5EF4-FFF2-40B4-BE49-F238E27FC236}">
                <a16:creationId xmlns:a16="http://schemas.microsoft.com/office/drawing/2014/main" id="{C2F95B3A-2532-407C-9A45-55EB7B239049}"/>
              </a:ext>
            </a:extLst>
          </p:cNvPr>
          <p:cNvGrpSpPr>
            <a:grpSpLocks/>
          </p:cNvGrpSpPr>
          <p:nvPr/>
        </p:nvGrpSpPr>
        <p:grpSpPr bwMode="auto">
          <a:xfrm>
            <a:off x="552111" y="1729582"/>
            <a:ext cx="7628025" cy="404813"/>
            <a:chOff x="659620" y="1590993"/>
            <a:chExt cx="6697663" cy="404812"/>
          </a:xfrm>
        </p:grpSpPr>
        <p:sp>
          <p:nvSpPr>
            <p:cNvPr id="7" name="Rectangle 8">
              <a:extLst>
                <a:ext uri="{FF2B5EF4-FFF2-40B4-BE49-F238E27FC236}">
                  <a16:creationId xmlns:a16="http://schemas.microsoft.com/office/drawing/2014/main" id="{1E467060-F305-4FB1-8080-1BF4A7448A4F}"/>
                </a:ext>
              </a:extLst>
            </p:cNvPr>
            <p:cNvSpPr>
              <a:spLocks noChangeArrowheads="1"/>
            </p:cNvSpPr>
            <p:nvPr/>
          </p:nvSpPr>
          <p:spPr bwMode="blackGray">
            <a:xfrm>
              <a:off x="659620" y="1590993"/>
              <a:ext cx="3405188" cy="404812"/>
            </a:xfrm>
            <a:prstGeom prst="rect">
              <a:avLst/>
            </a:prstGeom>
            <a:solidFill>
              <a:srgbClr val="FFCC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20000"/>
                </a:spcBef>
              </a:pPr>
              <a:r>
                <a:rPr lang="en-US" altLang="en-US" sz="1800" b="1" dirty="0">
                  <a:solidFill>
                    <a:srgbClr val="000000"/>
                  </a:solidFill>
                  <a:latin typeface="Courier New" panose="02070309020205020404" pitchFamily="49" charset="0"/>
                </a:rPr>
                <a:t>HH24:MI:SS AM</a:t>
              </a:r>
            </a:p>
          </p:txBody>
        </p:sp>
        <p:sp>
          <p:nvSpPr>
            <p:cNvPr id="8" name="Rectangle 9">
              <a:extLst>
                <a:ext uri="{FF2B5EF4-FFF2-40B4-BE49-F238E27FC236}">
                  <a16:creationId xmlns:a16="http://schemas.microsoft.com/office/drawing/2014/main" id="{0EFD4A69-C2F2-4DC0-B835-50FA8AA02727}"/>
                </a:ext>
              </a:extLst>
            </p:cNvPr>
            <p:cNvSpPr>
              <a:spLocks noChangeArrowheads="1"/>
            </p:cNvSpPr>
            <p:nvPr/>
          </p:nvSpPr>
          <p:spPr bwMode="blackGray">
            <a:xfrm>
              <a:off x="3952095" y="1590993"/>
              <a:ext cx="3405188" cy="404812"/>
            </a:xfrm>
            <a:prstGeom prst="rect">
              <a:avLst/>
            </a:prstGeom>
            <a:solidFill>
              <a:srgbClr val="FFCC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pPr>
              <a:r>
                <a:rPr lang="en-US" altLang="en-US" sz="1800" b="1">
                  <a:solidFill>
                    <a:srgbClr val="000000"/>
                  </a:solidFill>
                  <a:latin typeface="Courier New" panose="02070309020205020404" pitchFamily="49" charset="0"/>
                </a:rPr>
                <a:t>15:45:32</a:t>
              </a:r>
              <a:r>
                <a:rPr lang="en-US" altLang="en-US" sz="1800">
                  <a:solidFill>
                    <a:srgbClr val="000000"/>
                  </a:solidFill>
                  <a:latin typeface="Courier New" panose="02070309020205020404" pitchFamily="49" charset="0"/>
                </a:rPr>
                <a:t> </a:t>
              </a:r>
              <a:r>
                <a:rPr lang="en-US" altLang="en-US" sz="1800" b="1">
                  <a:solidFill>
                    <a:srgbClr val="000000"/>
                  </a:solidFill>
                  <a:latin typeface="Courier New" panose="02070309020205020404" pitchFamily="49" charset="0"/>
                </a:rPr>
                <a:t>PM</a:t>
              </a:r>
              <a:endParaRPr lang="en-US" altLang="en-US" sz="1800" b="1">
                <a:latin typeface="Arial" panose="020B0604020202020204" pitchFamily="34" charset="0"/>
              </a:endParaRPr>
            </a:p>
          </p:txBody>
        </p:sp>
      </p:grpSp>
      <p:grpSp>
        <p:nvGrpSpPr>
          <p:cNvPr id="9" name="Group 22">
            <a:extLst>
              <a:ext uri="{FF2B5EF4-FFF2-40B4-BE49-F238E27FC236}">
                <a16:creationId xmlns:a16="http://schemas.microsoft.com/office/drawing/2014/main" id="{696ED798-7177-483B-848A-4537DE5FE8DE}"/>
              </a:ext>
            </a:extLst>
          </p:cNvPr>
          <p:cNvGrpSpPr>
            <a:grpSpLocks/>
          </p:cNvGrpSpPr>
          <p:nvPr/>
        </p:nvGrpSpPr>
        <p:grpSpPr bwMode="auto">
          <a:xfrm>
            <a:off x="552111" y="3109277"/>
            <a:ext cx="7628025" cy="449263"/>
            <a:chOff x="476740" y="3132609"/>
            <a:chExt cx="6697663" cy="449263"/>
          </a:xfrm>
        </p:grpSpPr>
        <p:sp>
          <p:nvSpPr>
            <p:cNvPr id="10" name="Rectangle 4">
              <a:extLst>
                <a:ext uri="{FF2B5EF4-FFF2-40B4-BE49-F238E27FC236}">
                  <a16:creationId xmlns:a16="http://schemas.microsoft.com/office/drawing/2014/main" id="{9BBF8C38-5C2B-4522-B2B5-DD8EA58070B7}"/>
                </a:ext>
              </a:extLst>
            </p:cNvPr>
            <p:cNvSpPr>
              <a:spLocks noChangeArrowheads="1"/>
            </p:cNvSpPr>
            <p:nvPr/>
          </p:nvSpPr>
          <p:spPr bwMode="blackGray">
            <a:xfrm>
              <a:off x="476740" y="3132609"/>
              <a:ext cx="3405188" cy="449263"/>
            </a:xfrm>
            <a:prstGeom prst="rect">
              <a:avLst/>
            </a:prstGeom>
            <a:solidFill>
              <a:srgbClr val="FFCC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20000"/>
                </a:spcBef>
              </a:pPr>
              <a:r>
                <a:rPr lang="en-US" altLang="en-US" sz="1800" b="1">
                  <a:solidFill>
                    <a:srgbClr val="000000"/>
                  </a:solidFill>
                  <a:latin typeface="Courier New" panose="02070309020205020404" pitchFamily="49" charset="0"/>
                </a:rPr>
                <a:t>DD "of" MONTH</a:t>
              </a:r>
            </a:p>
          </p:txBody>
        </p:sp>
        <p:sp>
          <p:nvSpPr>
            <p:cNvPr id="11" name="Rectangle 5">
              <a:extLst>
                <a:ext uri="{FF2B5EF4-FFF2-40B4-BE49-F238E27FC236}">
                  <a16:creationId xmlns:a16="http://schemas.microsoft.com/office/drawing/2014/main" id="{9439E547-70DF-4A37-8C7D-75DD69C9998A}"/>
                </a:ext>
              </a:extLst>
            </p:cNvPr>
            <p:cNvSpPr>
              <a:spLocks noChangeArrowheads="1"/>
            </p:cNvSpPr>
            <p:nvPr/>
          </p:nvSpPr>
          <p:spPr bwMode="blackGray">
            <a:xfrm>
              <a:off x="3769215" y="3132609"/>
              <a:ext cx="3405188" cy="449263"/>
            </a:xfrm>
            <a:prstGeom prst="rect">
              <a:avLst/>
            </a:prstGeom>
            <a:solidFill>
              <a:srgbClr val="FFCC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20000"/>
                </a:spcBef>
              </a:pPr>
              <a:r>
                <a:rPr lang="en-US" altLang="en-US" sz="1800" b="1" dirty="0">
                  <a:solidFill>
                    <a:srgbClr val="000000"/>
                  </a:solidFill>
                  <a:latin typeface="Courier New" panose="02070309020205020404" pitchFamily="49" charset="0"/>
                </a:rPr>
                <a:t>12 of OCTOBER</a:t>
              </a:r>
            </a:p>
          </p:txBody>
        </p:sp>
      </p:grpSp>
      <p:grpSp>
        <p:nvGrpSpPr>
          <p:cNvPr id="15" name="Group 14">
            <a:extLst>
              <a:ext uri="{FF2B5EF4-FFF2-40B4-BE49-F238E27FC236}">
                <a16:creationId xmlns:a16="http://schemas.microsoft.com/office/drawing/2014/main" id="{59434F03-60BB-472E-95CF-8E3F3B22477B}"/>
              </a:ext>
            </a:extLst>
          </p:cNvPr>
          <p:cNvGrpSpPr/>
          <p:nvPr/>
        </p:nvGrpSpPr>
        <p:grpSpPr>
          <a:xfrm>
            <a:off x="552111" y="4676933"/>
            <a:ext cx="7628025" cy="404813"/>
            <a:chOff x="678814" y="4210050"/>
            <a:chExt cx="7628026" cy="404813"/>
          </a:xfrm>
        </p:grpSpPr>
        <p:sp>
          <p:nvSpPr>
            <p:cNvPr id="12" name="Rectangle 6">
              <a:extLst>
                <a:ext uri="{FF2B5EF4-FFF2-40B4-BE49-F238E27FC236}">
                  <a16:creationId xmlns:a16="http://schemas.microsoft.com/office/drawing/2014/main" id="{1511FC6E-0A15-4222-92BC-9393C4C01C62}"/>
                </a:ext>
              </a:extLst>
            </p:cNvPr>
            <p:cNvSpPr>
              <a:spLocks noChangeArrowheads="1"/>
            </p:cNvSpPr>
            <p:nvPr/>
          </p:nvSpPr>
          <p:spPr bwMode="blackGray">
            <a:xfrm>
              <a:off x="678814" y="4210050"/>
              <a:ext cx="3878197" cy="404813"/>
            </a:xfrm>
            <a:prstGeom prst="rect">
              <a:avLst/>
            </a:prstGeom>
            <a:solidFill>
              <a:srgbClr val="FFCC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20000"/>
                </a:spcBef>
              </a:pPr>
              <a:r>
                <a:rPr lang="en-US" altLang="en-US" sz="1800" b="1" dirty="0" err="1">
                  <a:solidFill>
                    <a:srgbClr val="000000"/>
                  </a:solidFill>
                  <a:latin typeface="Courier New" panose="02070309020205020404" pitchFamily="49" charset="0"/>
                </a:rPr>
                <a:t>ddspth</a:t>
              </a:r>
              <a:endParaRPr lang="en-US" altLang="en-US" sz="1800" b="1" dirty="0">
                <a:solidFill>
                  <a:srgbClr val="000000"/>
                </a:solidFill>
                <a:latin typeface="Courier New" panose="02070309020205020404" pitchFamily="49" charset="0"/>
              </a:endParaRPr>
            </a:p>
          </p:txBody>
        </p:sp>
        <p:sp>
          <p:nvSpPr>
            <p:cNvPr id="13" name="Rectangle 7">
              <a:extLst>
                <a:ext uri="{FF2B5EF4-FFF2-40B4-BE49-F238E27FC236}">
                  <a16:creationId xmlns:a16="http://schemas.microsoft.com/office/drawing/2014/main" id="{173618A1-4814-4BED-A483-C972678C8B2E}"/>
                </a:ext>
              </a:extLst>
            </p:cNvPr>
            <p:cNvSpPr>
              <a:spLocks noChangeArrowheads="1"/>
            </p:cNvSpPr>
            <p:nvPr/>
          </p:nvSpPr>
          <p:spPr bwMode="blackGray">
            <a:xfrm>
              <a:off x="3971289" y="4210050"/>
              <a:ext cx="4335551" cy="404813"/>
            </a:xfrm>
            <a:prstGeom prst="rect">
              <a:avLst/>
            </a:prstGeom>
            <a:solidFill>
              <a:srgbClr val="FFCC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20000"/>
                </a:spcBef>
              </a:pPr>
              <a:r>
                <a:rPr lang="en-US" altLang="en-US" sz="1800" b="1" dirty="0">
                  <a:solidFill>
                    <a:srgbClr val="000000"/>
                  </a:solidFill>
                  <a:latin typeface="Courier New" panose="02070309020205020404" pitchFamily="49" charset="0"/>
                </a:rPr>
                <a:t>fourteenth</a:t>
              </a:r>
            </a:p>
          </p:txBody>
        </p:sp>
      </p:grpSp>
      <p:sp>
        <p:nvSpPr>
          <p:cNvPr id="14" name="Title 4">
            <a:extLst>
              <a:ext uri="{FF2B5EF4-FFF2-40B4-BE49-F238E27FC236}">
                <a16:creationId xmlns:a16="http://schemas.microsoft.com/office/drawing/2014/main" id="{2FEEFC6B-DC18-41B0-B25F-78D498498B4C}"/>
              </a:ext>
            </a:extLst>
          </p:cNvPr>
          <p:cNvSpPr txBox="1">
            <a:spLocks noChangeArrowheads="1"/>
          </p:cNvSpPr>
          <p:nvPr/>
        </p:nvSpPr>
        <p:spPr>
          <a:xfrm>
            <a:off x="228601" y="74613"/>
            <a:ext cx="10952162" cy="6794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Elements</a:t>
            </a:r>
            <a:r>
              <a:rPr lang="en-US" altLang="en-US" sz="2400" dirty="0">
                <a:latin typeface="Arial Black" panose="020B0A04020102020204" pitchFamily="34" charset="0"/>
              </a:rPr>
              <a:t> </a:t>
            </a:r>
            <a:r>
              <a:rPr lang="en-US" altLang="en-US" sz="3600" b="1" dirty="0">
                <a:solidFill>
                  <a:schemeClr val="accent6">
                    <a:lumMod val="75000"/>
                    <a:lumOff val="25000"/>
                  </a:schemeClr>
                </a:solidFill>
                <a:latin typeface="Arial Black" panose="020B0A04020102020204" pitchFamily="34" charset="0"/>
                <a:ea typeface="+mn-ea"/>
                <a:cs typeface="Arial" pitchFamily="34" charset="0"/>
              </a:rPr>
              <a:t>of the Time Format Model</a:t>
            </a:r>
          </a:p>
        </p:txBody>
      </p:sp>
    </p:spTree>
    <p:extLst>
      <p:ext uri="{BB962C8B-B14F-4D97-AF65-F5344CB8AC3E}">
        <p14:creationId xmlns:p14="http://schemas.microsoft.com/office/powerpoint/2010/main" val="137062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D7C43F-9DF6-4E89-9D5F-C8E094535296}"/>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6B70ABD3-E288-4F03-A9EC-EC76823701E3}"/>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8D540B24-1EF1-4DB9-8E3E-10303AF9F151}"/>
              </a:ext>
            </a:extLst>
          </p:cNvPr>
          <p:cNvSpPr>
            <a:spLocks noGrp="1"/>
          </p:cNvSpPr>
          <p:nvPr>
            <p:ph type="sldNum" sz="quarter" idx="4"/>
          </p:nvPr>
        </p:nvSpPr>
        <p:spPr/>
        <p:txBody>
          <a:bodyPr/>
          <a:lstStyle/>
          <a:p>
            <a:fld id="{48F63A3B-78C7-47BE-AE5E-E10140E04643}" type="slidenum">
              <a:rPr lang="en-US" smtClean="0"/>
              <a:pPr/>
              <a:t>11</a:t>
            </a:fld>
            <a:endParaRPr lang="en-US" dirty="0"/>
          </a:p>
        </p:txBody>
      </p:sp>
      <p:sp>
        <p:nvSpPr>
          <p:cNvPr id="5" name="Title 4">
            <a:extLst>
              <a:ext uri="{FF2B5EF4-FFF2-40B4-BE49-F238E27FC236}">
                <a16:creationId xmlns:a16="http://schemas.microsoft.com/office/drawing/2014/main" id="{97C2679A-B589-475E-B8CD-9E8B5E4E1FFB}"/>
              </a:ext>
            </a:extLst>
          </p:cNvPr>
          <p:cNvSpPr txBox="1">
            <a:spLocks noChangeArrowheads="1"/>
          </p:cNvSpPr>
          <p:nvPr/>
        </p:nvSpPr>
        <p:spPr>
          <a:xfrm>
            <a:off x="687996" y="167111"/>
            <a:ext cx="10484485" cy="681038"/>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Using the TO_CHAR Function with Dates</a:t>
            </a:r>
          </a:p>
        </p:txBody>
      </p:sp>
      <p:pic>
        <p:nvPicPr>
          <p:cNvPr id="6" name="Picture 10">
            <a:extLst>
              <a:ext uri="{FF2B5EF4-FFF2-40B4-BE49-F238E27FC236}">
                <a16:creationId xmlns:a16="http://schemas.microsoft.com/office/drawing/2014/main" id="{A7F74E11-D3FA-4B90-B6B6-EC0D6E8CC3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3860" y="2666631"/>
            <a:ext cx="2708275" cy="25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228831A3-A8B1-44C2-B32C-5CD804EDD561}"/>
              </a:ext>
            </a:extLst>
          </p:cNvPr>
          <p:cNvSpPr>
            <a:spLocks noChangeArrowheads="1"/>
          </p:cNvSpPr>
          <p:nvPr/>
        </p:nvSpPr>
        <p:spPr bwMode="blackGray">
          <a:xfrm>
            <a:off x="2051685" y="1306143"/>
            <a:ext cx="7299325" cy="1125538"/>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nSpc>
                <a:spcPct val="90000"/>
              </a:lnSpc>
              <a:spcBef>
                <a:spcPts val="1000"/>
              </a:spcBef>
              <a:tabLst>
                <a:tab pos="1200150" algn="l"/>
              </a:tabLst>
              <a:defRPr sz="2800">
                <a:solidFill>
                  <a:schemeClr val="tx1"/>
                </a:solidFill>
                <a:latin typeface="Times New Roman" panose="02020603050405020304" pitchFamily="18" charset="0"/>
              </a:defRPr>
            </a:lvl1pPr>
            <a:lvl2pPr marL="742950" indent="-285750">
              <a:lnSpc>
                <a:spcPct val="90000"/>
              </a:lnSpc>
              <a:spcBef>
                <a:spcPts val="500"/>
              </a:spcBef>
              <a:tabLst>
                <a:tab pos="1200150" algn="l"/>
              </a:tabLst>
              <a:defRPr sz="2400">
                <a:solidFill>
                  <a:schemeClr val="tx1"/>
                </a:solidFill>
                <a:latin typeface="Times New Roman" panose="02020603050405020304" pitchFamily="18" charset="0"/>
              </a:defRPr>
            </a:lvl2pPr>
            <a:lvl3pPr marL="1143000" indent="-228600">
              <a:lnSpc>
                <a:spcPct val="90000"/>
              </a:lnSpc>
              <a:spcBef>
                <a:spcPts val="500"/>
              </a:spcBef>
              <a:tabLst>
                <a:tab pos="1200150" algn="l"/>
              </a:tabLst>
              <a:defRPr sz="2000">
                <a:solidFill>
                  <a:schemeClr val="tx1"/>
                </a:solidFill>
                <a:latin typeface="Times New Roman" panose="02020603050405020304" pitchFamily="18" charset="0"/>
              </a:defRPr>
            </a:lvl3pPr>
            <a:lvl4pPr marL="1600200" indent="-228600">
              <a:lnSpc>
                <a:spcPct val="90000"/>
              </a:lnSpc>
              <a:spcBef>
                <a:spcPts val="500"/>
              </a:spcBef>
              <a:tabLst>
                <a:tab pos="1200150" algn="l"/>
              </a:tabLst>
              <a:defRPr>
                <a:solidFill>
                  <a:schemeClr val="tx1"/>
                </a:solidFill>
                <a:latin typeface="Times New Roman" panose="02020603050405020304" pitchFamily="18" charset="0"/>
              </a:defRPr>
            </a:lvl4pPr>
            <a:lvl5pPr marL="2057400" indent="-228600">
              <a:lnSpc>
                <a:spcPct val="90000"/>
              </a:lnSpc>
              <a:spcBef>
                <a:spcPts val="500"/>
              </a:spcBef>
              <a:tabLst>
                <a:tab pos="1200150" algn="l"/>
              </a:tabLst>
              <a:defRPr>
                <a:solidFill>
                  <a:schemeClr val="tx1"/>
                </a:solidFill>
                <a:latin typeface="Times New Roman" panose="02020603050405020304" pitchFamily="18" charset="0"/>
              </a:defRPr>
            </a:lvl5pPr>
            <a:lvl6pPr marL="2514600" indent="-228600" defTabSz="457200" eaLnBrk="0" fontAlgn="base" hangingPunct="0">
              <a:lnSpc>
                <a:spcPct val="90000"/>
              </a:lnSpc>
              <a:spcBef>
                <a:spcPts val="50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lnSpc>
                <a:spcPct val="90000"/>
              </a:lnSpc>
              <a:spcBef>
                <a:spcPts val="50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lnSpc>
                <a:spcPct val="90000"/>
              </a:lnSpc>
              <a:spcBef>
                <a:spcPts val="50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lnSpc>
                <a:spcPct val="90000"/>
              </a:lnSpc>
              <a:spcBef>
                <a:spcPts val="500"/>
              </a:spcBef>
              <a:spcAft>
                <a:spcPct val="0"/>
              </a:spcAft>
              <a:tabLst>
                <a:tab pos="1200150" algn="l"/>
              </a:tabLst>
              <a:defRPr>
                <a:solidFill>
                  <a:schemeClr val="tx1"/>
                </a:solidFill>
                <a:latin typeface="Times New Roman" panose="02020603050405020304" pitchFamily="18" charset="0"/>
              </a:defRPr>
            </a:lvl9pPr>
          </a:lstStyle>
          <a:p>
            <a:pPr>
              <a:lnSpc>
                <a:spcPct val="100000"/>
              </a:lnSpc>
              <a:spcBef>
                <a:spcPct val="0"/>
              </a:spcBef>
            </a:pPr>
            <a:r>
              <a:rPr lang="en-US" altLang="en-US" sz="1800" b="1">
                <a:solidFill>
                  <a:srgbClr val="000000"/>
                </a:solidFill>
                <a:latin typeface="Courier New" panose="02070309020205020404" pitchFamily="49" charset="0"/>
              </a:rPr>
              <a:t>SELECT last_name,</a:t>
            </a:r>
          </a:p>
          <a:p>
            <a:pPr>
              <a:lnSpc>
                <a:spcPct val="100000"/>
              </a:lnSpc>
              <a:spcBef>
                <a:spcPct val="0"/>
              </a:spcBef>
            </a:pPr>
            <a:r>
              <a:rPr lang="en-US" altLang="en-US" sz="1800" b="1">
                <a:solidFill>
                  <a:srgbClr val="000000"/>
                </a:solidFill>
                <a:latin typeface="Courier New" panose="02070309020205020404" pitchFamily="49" charset="0"/>
              </a:rPr>
              <a:t>       TO_CHAR(hire_date, 'fmDD Month YYYY')</a:t>
            </a:r>
          </a:p>
          <a:p>
            <a:pPr>
              <a:lnSpc>
                <a:spcPct val="100000"/>
              </a:lnSpc>
              <a:spcBef>
                <a:spcPct val="0"/>
              </a:spcBef>
            </a:pPr>
            <a:r>
              <a:rPr lang="en-US" altLang="en-US" sz="1800" b="1">
                <a:solidFill>
                  <a:srgbClr val="000000"/>
                </a:solidFill>
                <a:latin typeface="Courier New" panose="02070309020205020404" pitchFamily="49" charset="0"/>
              </a:rPr>
              <a:t>       AS HIREDATE</a:t>
            </a:r>
          </a:p>
          <a:p>
            <a:pPr>
              <a:lnSpc>
                <a:spcPct val="100000"/>
              </a:lnSpc>
              <a:spcBef>
                <a:spcPct val="0"/>
              </a:spcBef>
            </a:pPr>
            <a:r>
              <a:rPr lang="en-US" altLang="en-US" sz="1800" b="1">
                <a:solidFill>
                  <a:srgbClr val="000000"/>
                </a:solidFill>
                <a:latin typeface="Courier New" panose="02070309020205020404" pitchFamily="49" charset="0"/>
              </a:rPr>
              <a:t>FROM   employees;</a:t>
            </a:r>
          </a:p>
        </p:txBody>
      </p:sp>
      <p:sp>
        <p:nvSpPr>
          <p:cNvPr id="8" name="Rectangle 4">
            <a:extLst>
              <a:ext uri="{FF2B5EF4-FFF2-40B4-BE49-F238E27FC236}">
                <a16:creationId xmlns:a16="http://schemas.microsoft.com/office/drawing/2014/main" id="{8B5EC0DF-CDC0-42E8-B1EA-2151A67B68FF}"/>
              </a:ext>
            </a:extLst>
          </p:cNvPr>
          <p:cNvSpPr>
            <a:spLocks noChangeArrowheads="1"/>
          </p:cNvSpPr>
          <p:nvPr/>
        </p:nvSpPr>
        <p:spPr bwMode="gray">
          <a:xfrm>
            <a:off x="3048635" y="1593481"/>
            <a:ext cx="5087938" cy="539750"/>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endParaRPr lang="en-US" altLang="en-US"/>
          </a:p>
        </p:txBody>
      </p:sp>
      <p:sp>
        <p:nvSpPr>
          <p:cNvPr id="9" name="Rectangle 8">
            <a:extLst>
              <a:ext uri="{FF2B5EF4-FFF2-40B4-BE49-F238E27FC236}">
                <a16:creationId xmlns:a16="http://schemas.microsoft.com/office/drawing/2014/main" id="{6A320469-BC14-4F8E-9F86-532866D73601}"/>
              </a:ext>
            </a:extLst>
          </p:cNvPr>
          <p:cNvSpPr>
            <a:spLocks noChangeArrowheads="1"/>
          </p:cNvSpPr>
          <p:nvPr/>
        </p:nvSpPr>
        <p:spPr bwMode="gray">
          <a:xfrm>
            <a:off x="5737860" y="2666631"/>
            <a:ext cx="1143000" cy="2514600"/>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endParaRPr lang="en-US" altLang="en-US"/>
          </a:p>
        </p:txBody>
      </p:sp>
      <p:pic>
        <p:nvPicPr>
          <p:cNvPr id="10" name="Picture 11">
            <a:extLst>
              <a:ext uri="{FF2B5EF4-FFF2-40B4-BE49-F238E27FC236}">
                <a16:creationId xmlns:a16="http://schemas.microsoft.com/office/drawing/2014/main" id="{8E73ACFC-E5B4-4B01-B5B0-D3E539A113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3860" y="5409831"/>
            <a:ext cx="270827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2">
            <a:extLst>
              <a:ext uri="{FF2B5EF4-FFF2-40B4-BE49-F238E27FC236}">
                <a16:creationId xmlns:a16="http://schemas.microsoft.com/office/drawing/2014/main" id="{8A248322-FCC4-49C2-8616-BD4A665FDEE4}"/>
              </a:ext>
            </a:extLst>
          </p:cNvPr>
          <p:cNvSpPr>
            <a:spLocks noChangeArrowheads="1"/>
          </p:cNvSpPr>
          <p:nvPr/>
        </p:nvSpPr>
        <p:spPr bwMode="gray">
          <a:xfrm>
            <a:off x="5737860" y="5409831"/>
            <a:ext cx="1143000" cy="457200"/>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2782368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DB06CF-070A-467F-BB82-18800207A09C}"/>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8B72AC27-B8CF-4634-B4C1-8FD76CDDA932}"/>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73A142B1-0338-43C3-85E6-02CD51797D19}"/>
              </a:ext>
            </a:extLst>
          </p:cNvPr>
          <p:cNvSpPr>
            <a:spLocks noGrp="1"/>
          </p:cNvSpPr>
          <p:nvPr>
            <p:ph type="sldNum" sz="quarter" idx="4"/>
          </p:nvPr>
        </p:nvSpPr>
        <p:spPr/>
        <p:txBody>
          <a:bodyPr/>
          <a:lstStyle/>
          <a:p>
            <a:fld id="{48F63A3B-78C7-47BE-AE5E-E10140E04643}" type="slidenum">
              <a:rPr lang="en-US" smtClean="0"/>
              <a:pPr/>
              <a:t>12</a:t>
            </a:fld>
            <a:endParaRPr lang="en-US" dirty="0"/>
          </a:p>
        </p:txBody>
      </p:sp>
      <p:sp>
        <p:nvSpPr>
          <p:cNvPr id="5" name="Content Placeholder 1">
            <a:extLst>
              <a:ext uri="{FF2B5EF4-FFF2-40B4-BE49-F238E27FC236}">
                <a16:creationId xmlns:a16="http://schemas.microsoft.com/office/drawing/2014/main" id="{FCE2FF49-B52E-4B7D-9617-290BBB988B05}"/>
              </a:ext>
            </a:extLst>
          </p:cNvPr>
          <p:cNvSpPr txBox="1">
            <a:spLocks noChangeArrowheads="1"/>
          </p:cNvSpPr>
          <p:nvPr/>
        </p:nvSpPr>
        <p:spPr>
          <a:xfrm>
            <a:off x="74612" y="939800"/>
            <a:ext cx="11321097" cy="52832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ltLang="en-US" dirty="0"/>
          </a:p>
          <a:p>
            <a:pPr marL="0" indent="0">
              <a:lnSpc>
                <a:spcPct val="150000"/>
              </a:lnSpc>
              <a:buNone/>
            </a:pPr>
            <a:endParaRPr lang="en-US" altLang="en-US" dirty="0"/>
          </a:p>
          <a:p>
            <a:pPr marL="0" indent="0">
              <a:lnSpc>
                <a:spcPct val="150000"/>
              </a:lnSpc>
              <a:buNone/>
            </a:pPr>
            <a:r>
              <a:rPr lang="en-US" altLang="en-US" dirty="0"/>
              <a:t>These are some of the format elements that you can use with the </a:t>
            </a:r>
            <a:r>
              <a:rPr lang="en-US" altLang="en-US" dirty="0">
                <a:latin typeface="Courier New" panose="02070309020205020404" pitchFamily="49" charset="0"/>
              </a:rPr>
              <a:t>TO_CHAR</a:t>
            </a:r>
            <a:r>
              <a:rPr lang="en-US" altLang="en-US" dirty="0"/>
              <a:t> function to display a number value as a character:</a:t>
            </a:r>
          </a:p>
          <a:p>
            <a:endParaRPr lang="en-US" altLang="en-US" dirty="0"/>
          </a:p>
        </p:txBody>
      </p:sp>
      <p:sp>
        <p:nvSpPr>
          <p:cNvPr id="6" name="Title 4">
            <a:extLst>
              <a:ext uri="{FF2B5EF4-FFF2-40B4-BE49-F238E27FC236}">
                <a16:creationId xmlns:a16="http://schemas.microsoft.com/office/drawing/2014/main" id="{48D20D87-0C13-4E89-8ADA-43118E99C5E3}"/>
              </a:ext>
            </a:extLst>
          </p:cNvPr>
          <p:cNvSpPr txBox="1">
            <a:spLocks noChangeArrowheads="1"/>
          </p:cNvSpPr>
          <p:nvPr/>
        </p:nvSpPr>
        <p:spPr>
          <a:xfrm>
            <a:off x="130809" y="156367"/>
            <a:ext cx="11208702" cy="6794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Using the TO_CHAR Function with Numbers</a:t>
            </a:r>
          </a:p>
        </p:txBody>
      </p:sp>
      <p:sp>
        <p:nvSpPr>
          <p:cNvPr id="7" name="Rectangle 1056">
            <a:extLst>
              <a:ext uri="{FF2B5EF4-FFF2-40B4-BE49-F238E27FC236}">
                <a16:creationId xmlns:a16="http://schemas.microsoft.com/office/drawing/2014/main" id="{37E9CA64-10AD-4571-954F-BE3B87E42988}"/>
              </a:ext>
            </a:extLst>
          </p:cNvPr>
          <p:cNvSpPr>
            <a:spLocks noChangeArrowheads="1"/>
          </p:cNvSpPr>
          <p:nvPr/>
        </p:nvSpPr>
        <p:spPr bwMode="blackGray">
          <a:xfrm>
            <a:off x="2137728" y="1244757"/>
            <a:ext cx="6224610" cy="328613"/>
          </a:xfrm>
          <a:prstGeom prst="rect">
            <a:avLst/>
          </a:prstGeom>
          <a:solidFill>
            <a:schemeClr val="accent1"/>
          </a:solidFill>
          <a:ln w="28575">
            <a:solidFill>
              <a:srgbClr val="000000"/>
            </a:solidFill>
            <a:miter lim="800000"/>
            <a:headEnd/>
            <a:tailEnd/>
          </a:ln>
          <a:effectLst/>
        </p:spPr>
        <p:txBody>
          <a:bodyPr wrap="none" lIns="92075" tIns="46038" rIns="92075" bIns="46038"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a:defRPr/>
            </a:pPr>
            <a:r>
              <a:rPr lang="en-US" altLang="en-US" sz="1800" b="1" dirty="0">
                <a:ln w="0"/>
                <a:effectLst>
                  <a:outerShdw blurRad="38100" dist="19050" dir="2700000" algn="tl" rotWithShape="0">
                    <a:schemeClr val="dk1">
                      <a:alpha val="40000"/>
                    </a:schemeClr>
                  </a:outerShdw>
                </a:effectLst>
                <a:latin typeface="Courier New" panose="02070309020205020404" pitchFamily="49" charset="0"/>
              </a:rPr>
              <a:t>TO_CHAR(</a:t>
            </a:r>
            <a:r>
              <a:rPr lang="en-US" altLang="en-US" sz="1800" b="1" i="1" dirty="0">
                <a:ln w="0"/>
                <a:effectLst>
                  <a:outerShdw blurRad="38100" dist="19050" dir="2700000" algn="tl" rotWithShape="0">
                    <a:schemeClr val="dk1">
                      <a:alpha val="40000"/>
                    </a:schemeClr>
                  </a:outerShdw>
                </a:effectLst>
                <a:latin typeface="Courier New" panose="02070309020205020404" pitchFamily="49" charset="0"/>
              </a:rPr>
              <a:t>number, </a:t>
            </a:r>
            <a:r>
              <a:rPr lang="en-US" altLang="en-US" sz="1800" b="1" dirty="0">
                <a:ln w="0"/>
                <a:effectLst>
                  <a:outerShdw blurRad="38100" dist="19050" dir="2700000" algn="tl" rotWithShape="0">
                    <a:schemeClr val="dk1">
                      <a:alpha val="40000"/>
                    </a:schemeClr>
                  </a:outerShdw>
                </a:effectLst>
                <a:latin typeface="Courier New" panose="02070309020205020404" pitchFamily="49" charset="0"/>
              </a:rPr>
              <a:t>'</a:t>
            </a:r>
            <a:r>
              <a:rPr lang="en-US" altLang="en-US" sz="1800" b="1" i="1" dirty="0" err="1">
                <a:ln w="0"/>
                <a:effectLst>
                  <a:outerShdw blurRad="38100" dist="19050" dir="2700000" algn="tl" rotWithShape="0">
                    <a:schemeClr val="dk1">
                      <a:alpha val="40000"/>
                    </a:schemeClr>
                  </a:outerShdw>
                </a:effectLst>
                <a:latin typeface="Courier New" panose="02070309020205020404" pitchFamily="49" charset="0"/>
              </a:rPr>
              <a:t>format_model</a:t>
            </a:r>
            <a:r>
              <a:rPr lang="en-US" altLang="en-US" sz="1800" b="1" dirty="0">
                <a:ln w="0"/>
                <a:effectLst>
                  <a:outerShdw blurRad="38100" dist="19050" dir="2700000" algn="tl" rotWithShape="0">
                    <a:schemeClr val="dk1">
                      <a:alpha val="40000"/>
                    </a:schemeClr>
                  </a:outerShdw>
                </a:effectLst>
                <a:latin typeface="Courier New" panose="02070309020205020404" pitchFamily="49" charset="0"/>
              </a:rPr>
              <a:t>')</a:t>
            </a:r>
          </a:p>
        </p:txBody>
      </p:sp>
      <p:grpSp>
        <p:nvGrpSpPr>
          <p:cNvPr id="8" name="Group 62">
            <a:extLst>
              <a:ext uri="{FF2B5EF4-FFF2-40B4-BE49-F238E27FC236}">
                <a16:creationId xmlns:a16="http://schemas.microsoft.com/office/drawing/2014/main" id="{97B16BC6-0E71-4648-ACB5-8983D9EA32CC}"/>
              </a:ext>
            </a:extLst>
          </p:cNvPr>
          <p:cNvGrpSpPr>
            <a:grpSpLocks/>
          </p:cNvGrpSpPr>
          <p:nvPr/>
        </p:nvGrpSpPr>
        <p:grpSpPr bwMode="auto">
          <a:xfrm>
            <a:off x="964248" y="3223260"/>
            <a:ext cx="9246226" cy="2590800"/>
            <a:chOff x="826770" y="3429000"/>
            <a:chExt cx="7364413" cy="2590800"/>
          </a:xfrm>
        </p:grpSpPr>
        <p:sp>
          <p:nvSpPr>
            <p:cNvPr id="9" name="Rectangle 1029">
              <a:extLst>
                <a:ext uri="{FF2B5EF4-FFF2-40B4-BE49-F238E27FC236}">
                  <a16:creationId xmlns:a16="http://schemas.microsoft.com/office/drawing/2014/main" id="{B11AB8AF-E048-4245-A9B5-40F2966BD077}"/>
                </a:ext>
              </a:extLst>
            </p:cNvPr>
            <p:cNvSpPr>
              <a:spLocks noChangeArrowheads="1"/>
            </p:cNvSpPr>
            <p:nvPr/>
          </p:nvSpPr>
          <p:spPr bwMode="blackWhite">
            <a:xfrm>
              <a:off x="3393758" y="5289550"/>
              <a:ext cx="4797425"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pPr>
              <a:r>
                <a:rPr lang="en-US" altLang="en-US" sz="1800">
                  <a:solidFill>
                    <a:srgbClr val="000000"/>
                  </a:solidFill>
                  <a:latin typeface="Arial" panose="020B0604020202020204" pitchFamily="34" charset="0"/>
                </a:rPr>
                <a:t>Prints a decimal point</a:t>
              </a:r>
            </a:p>
          </p:txBody>
        </p:sp>
        <p:sp>
          <p:nvSpPr>
            <p:cNvPr id="10" name="Rectangle 1030">
              <a:extLst>
                <a:ext uri="{FF2B5EF4-FFF2-40B4-BE49-F238E27FC236}">
                  <a16:creationId xmlns:a16="http://schemas.microsoft.com/office/drawing/2014/main" id="{C5B355A9-78D6-4F12-AB1B-A2833B37CED3}"/>
                </a:ext>
              </a:extLst>
            </p:cNvPr>
            <p:cNvSpPr>
              <a:spLocks noChangeArrowheads="1"/>
            </p:cNvSpPr>
            <p:nvPr/>
          </p:nvSpPr>
          <p:spPr bwMode="blackWhite">
            <a:xfrm>
              <a:off x="826770" y="5289550"/>
              <a:ext cx="2566988"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95000"/>
                </a:lnSpc>
                <a:spcBef>
                  <a:spcPct val="35000"/>
                </a:spcBef>
              </a:pPr>
              <a:r>
                <a:rPr lang="en-US" altLang="en-US" sz="1800">
                  <a:solidFill>
                    <a:srgbClr val="000000"/>
                  </a:solidFill>
                  <a:latin typeface="Courier New" panose="02070309020205020404" pitchFamily="49" charset="0"/>
                </a:rPr>
                <a:t>.</a:t>
              </a:r>
            </a:p>
          </p:txBody>
        </p:sp>
        <p:sp>
          <p:nvSpPr>
            <p:cNvPr id="11" name="Rectangle 1031">
              <a:extLst>
                <a:ext uri="{FF2B5EF4-FFF2-40B4-BE49-F238E27FC236}">
                  <a16:creationId xmlns:a16="http://schemas.microsoft.com/office/drawing/2014/main" id="{64123976-15CB-4B2E-B8B7-1D85C4156FF8}"/>
                </a:ext>
              </a:extLst>
            </p:cNvPr>
            <p:cNvSpPr>
              <a:spLocks noChangeArrowheads="1"/>
            </p:cNvSpPr>
            <p:nvPr/>
          </p:nvSpPr>
          <p:spPr bwMode="blackWhite">
            <a:xfrm>
              <a:off x="3393758" y="5654675"/>
              <a:ext cx="4797425"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pPr>
              <a:r>
                <a:rPr lang="en-US" altLang="en-US" sz="1800">
                  <a:solidFill>
                    <a:srgbClr val="000000"/>
                  </a:solidFill>
                  <a:latin typeface="Arial" panose="020B0604020202020204" pitchFamily="34" charset="0"/>
                </a:rPr>
                <a:t>Prints a comma as a thousands indicator</a:t>
              </a:r>
            </a:p>
          </p:txBody>
        </p:sp>
        <p:sp>
          <p:nvSpPr>
            <p:cNvPr id="12" name="Rectangle 1032">
              <a:extLst>
                <a:ext uri="{FF2B5EF4-FFF2-40B4-BE49-F238E27FC236}">
                  <a16:creationId xmlns:a16="http://schemas.microsoft.com/office/drawing/2014/main" id="{3CC6B2CD-FAEE-409A-8EDB-4CDC8B0F1E43}"/>
                </a:ext>
              </a:extLst>
            </p:cNvPr>
            <p:cNvSpPr>
              <a:spLocks noChangeArrowheads="1"/>
            </p:cNvSpPr>
            <p:nvPr/>
          </p:nvSpPr>
          <p:spPr bwMode="blackWhite">
            <a:xfrm>
              <a:off x="826770" y="5654675"/>
              <a:ext cx="2566988"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95000"/>
                </a:lnSpc>
                <a:spcBef>
                  <a:spcPct val="35000"/>
                </a:spcBef>
              </a:pPr>
              <a:r>
                <a:rPr lang="en-US" altLang="en-US" sz="1800">
                  <a:solidFill>
                    <a:srgbClr val="000000"/>
                  </a:solidFill>
                  <a:latin typeface="Courier New" panose="02070309020205020404" pitchFamily="49" charset="0"/>
                </a:rPr>
                <a:t>,</a:t>
              </a:r>
            </a:p>
          </p:txBody>
        </p:sp>
        <p:sp>
          <p:nvSpPr>
            <p:cNvPr id="13" name="Rectangle 1033">
              <a:extLst>
                <a:ext uri="{FF2B5EF4-FFF2-40B4-BE49-F238E27FC236}">
                  <a16:creationId xmlns:a16="http://schemas.microsoft.com/office/drawing/2014/main" id="{ECC30880-288D-4FF5-8D07-1B6A16E2BE0B}"/>
                </a:ext>
              </a:extLst>
            </p:cNvPr>
            <p:cNvSpPr>
              <a:spLocks noChangeArrowheads="1"/>
            </p:cNvSpPr>
            <p:nvPr/>
          </p:nvSpPr>
          <p:spPr bwMode="blackWhite">
            <a:xfrm>
              <a:off x="3393758" y="4559300"/>
              <a:ext cx="4797425"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pPr>
              <a:r>
                <a:rPr lang="en-US" altLang="en-US" sz="1800">
                  <a:solidFill>
                    <a:srgbClr val="000000"/>
                  </a:solidFill>
                  <a:latin typeface="Arial" panose="020B0604020202020204" pitchFamily="34" charset="0"/>
                </a:rPr>
                <a:t>Places a floating dollar sign</a:t>
              </a:r>
            </a:p>
          </p:txBody>
        </p:sp>
        <p:sp>
          <p:nvSpPr>
            <p:cNvPr id="14" name="Rectangle 1034">
              <a:extLst>
                <a:ext uri="{FF2B5EF4-FFF2-40B4-BE49-F238E27FC236}">
                  <a16:creationId xmlns:a16="http://schemas.microsoft.com/office/drawing/2014/main" id="{E02F6511-05A6-4545-9284-38A79BC7ECFD}"/>
                </a:ext>
              </a:extLst>
            </p:cNvPr>
            <p:cNvSpPr>
              <a:spLocks noChangeArrowheads="1"/>
            </p:cNvSpPr>
            <p:nvPr/>
          </p:nvSpPr>
          <p:spPr bwMode="blackWhite">
            <a:xfrm>
              <a:off x="826770" y="4559300"/>
              <a:ext cx="2566988"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95000"/>
                </a:lnSpc>
                <a:spcBef>
                  <a:spcPct val="35000"/>
                </a:spcBef>
              </a:pPr>
              <a:r>
                <a:rPr lang="en-US" altLang="en-US" sz="1800">
                  <a:solidFill>
                    <a:srgbClr val="000000"/>
                  </a:solidFill>
                  <a:latin typeface="Courier New" panose="02070309020205020404" pitchFamily="49" charset="0"/>
                </a:rPr>
                <a:t>$</a:t>
              </a:r>
            </a:p>
          </p:txBody>
        </p:sp>
        <p:sp>
          <p:nvSpPr>
            <p:cNvPr id="15" name="Rectangle 1035">
              <a:extLst>
                <a:ext uri="{FF2B5EF4-FFF2-40B4-BE49-F238E27FC236}">
                  <a16:creationId xmlns:a16="http://schemas.microsoft.com/office/drawing/2014/main" id="{FCB16679-25F8-42CE-955E-94147DA3A888}"/>
                </a:ext>
              </a:extLst>
            </p:cNvPr>
            <p:cNvSpPr>
              <a:spLocks noChangeArrowheads="1"/>
            </p:cNvSpPr>
            <p:nvPr/>
          </p:nvSpPr>
          <p:spPr bwMode="blackWhite">
            <a:xfrm>
              <a:off x="3393758" y="4924425"/>
              <a:ext cx="4797425"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pPr>
              <a:r>
                <a:rPr lang="en-US" altLang="en-US" sz="1800">
                  <a:solidFill>
                    <a:srgbClr val="000000"/>
                  </a:solidFill>
                  <a:latin typeface="Arial" panose="020B0604020202020204" pitchFamily="34" charset="0"/>
                </a:rPr>
                <a:t>Uses the floating local currency symbol</a:t>
              </a:r>
            </a:p>
          </p:txBody>
        </p:sp>
        <p:sp>
          <p:nvSpPr>
            <p:cNvPr id="16" name="Rectangle 1036">
              <a:extLst>
                <a:ext uri="{FF2B5EF4-FFF2-40B4-BE49-F238E27FC236}">
                  <a16:creationId xmlns:a16="http://schemas.microsoft.com/office/drawing/2014/main" id="{2DC5FF94-5954-415D-8A50-C5185B55A53A}"/>
                </a:ext>
              </a:extLst>
            </p:cNvPr>
            <p:cNvSpPr>
              <a:spLocks noChangeArrowheads="1"/>
            </p:cNvSpPr>
            <p:nvPr/>
          </p:nvSpPr>
          <p:spPr bwMode="blackWhite">
            <a:xfrm>
              <a:off x="826770" y="4924425"/>
              <a:ext cx="2566988" cy="36512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95000"/>
                </a:lnSpc>
                <a:spcBef>
                  <a:spcPct val="35000"/>
                </a:spcBef>
              </a:pPr>
              <a:r>
                <a:rPr lang="en-US" altLang="en-US" sz="1800">
                  <a:solidFill>
                    <a:srgbClr val="000000"/>
                  </a:solidFill>
                  <a:latin typeface="Courier New" panose="02070309020205020404" pitchFamily="49" charset="0"/>
                </a:rPr>
                <a:t>L</a:t>
              </a:r>
            </a:p>
          </p:txBody>
        </p:sp>
        <p:sp>
          <p:nvSpPr>
            <p:cNvPr id="17" name="Rectangle 1037">
              <a:extLst>
                <a:ext uri="{FF2B5EF4-FFF2-40B4-BE49-F238E27FC236}">
                  <a16:creationId xmlns:a16="http://schemas.microsoft.com/office/drawing/2014/main" id="{D8C1D6AA-3916-4632-AFF0-B4D4A6370951}"/>
                </a:ext>
              </a:extLst>
            </p:cNvPr>
            <p:cNvSpPr>
              <a:spLocks noChangeArrowheads="1"/>
            </p:cNvSpPr>
            <p:nvPr/>
          </p:nvSpPr>
          <p:spPr bwMode="blackWhite">
            <a:xfrm>
              <a:off x="3393758" y="3794125"/>
              <a:ext cx="4797425" cy="3825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pPr>
              <a:r>
                <a:rPr lang="en-US" altLang="en-US" sz="1800">
                  <a:solidFill>
                    <a:srgbClr val="000000"/>
                  </a:solidFill>
                  <a:latin typeface="Arial" panose="020B0604020202020204" pitchFamily="34" charset="0"/>
                </a:rPr>
                <a:t>Represents a number</a:t>
              </a:r>
            </a:p>
          </p:txBody>
        </p:sp>
        <p:sp>
          <p:nvSpPr>
            <p:cNvPr id="18" name="Rectangle 1038">
              <a:extLst>
                <a:ext uri="{FF2B5EF4-FFF2-40B4-BE49-F238E27FC236}">
                  <a16:creationId xmlns:a16="http://schemas.microsoft.com/office/drawing/2014/main" id="{15BA21E4-6E29-4E3A-AD16-8C084A2F47A1}"/>
                </a:ext>
              </a:extLst>
            </p:cNvPr>
            <p:cNvSpPr>
              <a:spLocks noChangeArrowheads="1"/>
            </p:cNvSpPr>
            <p:nvPr/>
          </p:nvSpPr>
          <p:spPr bwMode="blackWhite">
            <a:xfrm>
              <a:off x="826770" y="3794125"/>
              <a:ext cx="2566988" cy="3825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35000"/>
                </a:spcBef>
              </a:pPr>
              <a:r>
                <a:rPr lang="en-US" altLang="en-US" sz="1800">
                  <a:solidFill>
                    <a:srgbClr val="000000"/>
                  </a:solidFill>
                  <a:latin typeface="Courier New" panose="02070309020205020404" pitchFamily="49" charset="0"/>
                </a:rPr>
                <a:t>9</a:t>
              </a:r>
            </a:p>
          </p:txBody>
        </p:sp>
        <p:sp>
          <p:nvSpPr>
            <p:cNvPr id="19" name="Rectangle 1039">
              <a:extLst>
                <a:ext uri="{FF2B5EF4-FFF2-40B4-BE49-F238E27FC236}">
                  <a16:creationId xmlns:a16="http://schemas.microsoft.com/office/drawing/2014/main" id="{AE694757-509F-48A3-9191-AC36393870AB}"/>
                </a:ext>
              </a:extLst>
            </p:cNvPr>
            <p:cNvSpPr>
              <a:spLocks noChangeArrowheads="1"/>
            </p:cNvSpPr>
            <p:nvPr/>
          </p:nvSpPr>
          <p:spPr bwMode="blackWhite">
            <a:xfrm>
              <a:off x="3393758" y="4176713"/>
              <a:ext cx="4797425" cy="3825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0"/>
                </a:spcBef>
              </a:pPr>
              <a:r>
                <a:rPr lang="en-US" altLang="en-US" sz="1800">
                  <a:solidFill>
                    <a:srgbClr val="000000"/>
                  </a:solidFill>
                  <a:latin typeface="Arial" panose="020B0604020202020204" pitchFamily="34" charset="0"/>
                </a:rPr>
                <a:t>Forces a zero to be displayed</a:t>
              </a:r>
            </a:p>
          </p:txBody>
        </p:sp>
        <p:sp>
          <p:nvSpPr>
            <p:cNvPr id="20" name="Rectangle 1040">
              <a:extLst>
                <a:ext uri="{FF2B5EF4-FFF2-40B4-BE49-F238E27FC236}">
                  <a16:creationId xmlns:a16="http://schemas.microsoft.com/office/drawing/2014/main" id="{CD4BEE5C-36D9-4053-9864-EFEA2FB97695}"/>
                </a:ext>
              </a:extLst>
            </p:cNvPr>
            <p:cNvSpPr>
              <a:spLocks noChangeArrowheads="1"/>
            </p:cNvSpPr>
            <p:nvPr/>
          </p:nvSpPr>
          <p:spPr bwMode="blackWhite">
            <a:xfrm>
              <a:off x="826770" y="4176713"/>
              <a:ext cx="2566988" cy="382587"/>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spcBef>
                  <a:spcPct val="35000"/>
                </a:spcBef>
              </a:pPr>
              <a:r>
                <a:rPr lang="en-US" altLang="en-US" sz="1800">
                  <a:solidFill>
                    <a:srgbClr val="000000"/>
                  </a:solidFill>
                  <a:latin typeface="Courier New" panose="02070309020205020404" pitchFamily="49" charset="0"/>
                </a:rPr>
                <a:t>0</a:t>
              </a:r>
            </a:p>
          </p:txBody>
        </p:sp>
        <p:sp>
          <p:nvSpPr>
            <p:cNvPr id="21" name="Rectangle 1041">
              <a:extLst>
                <a:ext uri="{FF2B5EF4-FFF2-40B4-BE49-F238E27FC236}">
                  <a16:creationId xmlns:a16="http://schemas.microsoft.com/office/drawing/2014/main" id="{FCEB909D-BD4A-4659-9A7D-768D3EDEEFE1}"/>
                </a:ext>
              </a:extLst>
            </p:cNvPr>
            <p:cNvSpPr>
              <a:spLocks noChangeArrowheads="1"/>
            </p:cNvSpPr>
            <p:nvPr/>
          </p:nvSpPr>
          <p:spPr bwMode="gray">
            <a:xfrm>
              <a:off x="3393758" y="3429000"/>
              <a:ext cx="4797425"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buClr>
                  <a:srgbClr val="000000"/>
                </a:buClr>
              </a:pPr>
              <a:r>
                <a:rPr lang="en-US" altLang="en-US" sz="1800">
                  <a:solidFill>
                    <a:schemeClr val="bg1"/>
                  </a:solidFill>
                  <a:latin typeface="Arial" panose="020B0604020202020204" pitchFamily="34" charset="0"/>
                </a:rPr>
                <a:t>Result</a:t>
              </a:r>
            </a:p>
          </p:txBody>
        </p:sp>
        <p:sp>
          <p:nvSpPr>
            <p:cNvPr id="22" name="Rectangle 1042">
              <a:extLst>
                <a:ext uri="{FF2B5EF4-FFF2-40B4-BE49-F238E27FC236}">
                  <a16:creationId xmlns:a16="http://schemas.microsoft.com/office/drawing/2014/main" id="{03B45FFA-A660-4D04-9472-435E393F5C56}"/>
                </a:ext>
              </a:extLst>
            </p:cNvPr>
            <p:cNvSpPr>
              <a:spLocks noChangeArrowheads="1"/>
            </p:cNvSpPr>
            <p:nvPr/>
          </p:nvSpPr>
          <p:spPr bwMode="gray">
            <a:xfrm>
              <a:off x="826770" y="3429000"/>
              <a:ext cx="2566988" cy="365125"/>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lnSpc>
                  <a:spcPct val="90000"/>
                </a:lnSpc>
                <a:spcBef>
                  <a:spcPts val="1000"/>
                </a:spcBef>
                <a:defRPr sz="2800">
                  <a:solidFill>
                    <a:schemeClr val="tx1"/>
                  </a:solidFill>
                  <a:latin typeface="Times New Roman" panose="02020603050405020304" pitchFamily="18" charset="0"/>
                </a:defRPr>
              </a:lvl1pPr>
              <a:lvl2pPr marL="742950" indent="-285750" defTabSz="228600">
                <a:lnSpc>
                  <a:spcPct val="90000"/>
                </a:lnSpc>
                <a:spcBef>
                  <a:spcPts val="500"/>
                </a:spcBef>
                <a:defRPr sz="2400">
                  <a:solidFill>
                    <a:schemeClr val="tx1"/>
                  </a:solidFill>
                  <a:latin typeface="Times New Roman" panose="02020603050405020304" pitchFamily="18" charset="0"/>
                </a:defRPr>
              </a:lvl2pPr>
              <a:lvl3pPr marL="1143000" indent="-228600" defTabSz="228600">
                <a:lnSpc>
                  <a:spcPct val="90000"/>
                </a:lnSpc>
                <a:spcBef>
                  <a:spcPts val="500"/>
                </a:spcBef>
                <a:defRPr sz="2000">
                  <a:solidFill>
                    <a:schemeClr val="tx1"/>
                  </a:solidFill>
                  <a:latin typeface="Times New Roman" panose="02020603050405020304" pitchFamily="18" charset="0"/>
                </a:defRPr>
              </a:lvl3pPr>
              <a:lvl4pPr marL="1600200" indent="-228600" defTabSz="228600">
                <a:lnSpc>
                  <a:spcPct val="90000"/>
                </a:lnSpc>
                <a:spcBef>
                  <a:spcPts val="500"/>
                </a:spcBef>
                <a:defRPr>
                  <a:solidFill>
                    <a:schemeClr val="tx1"/>
                  </a:solidFill>
                  <a:latin typeface="Times New Roman" panose="02020603050405020304" pitchFamily="18" charset="0"/>
                </a:defRPr>
              </a:lvl4pPr>
              <a:lvl5pPr marL="2057400" indent="-228600" defTabSz="228600">
                <a:lnSpc>
                  <a:spcPct val="90000"/>
                </a:lnSpc>
                <a:spcBef>
                  <a:spcPts val="500"/>
                </a:spcBef>
                <a:defRPr>
                  <a:solidFill>
                    <a:schemeClr val="tx1"/>
                  </a:solidFill>
                  <a:latin typeface="Times New Roman" panose="02020603050405020304" pitchFamily="18" charset="0"/>
                </a:defRPr>
              </a:lvl5pPr>
              <a:lvl6pPr marL="25146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defTabSz="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nSpc>
                  <a:spcPct val="100000"/>
                </a:lnSpc>
                <a:spcBef>
                  <a:spcPct val="0"/>
                </a:spcBef>
                <a:buClr>
                  <a:srgbClr val="000000"/>
                </a:buClr>
              </a:pPr>
              <a:r>
                <a:rPr lang="en-US" altLang="en-US" sz="1800">
                  <a:solidFill>
                    <a:schemeClr val="bg1"/>
                  </a:solidFill>
                  <a:latin typeface="Arial" panose="020B0604020202020204" pitchFamily="34" charset="0"/>
                </a:rPr>
                <a:t>Element</a:t>
              </a:r>
            </a:p>
          </p:txBody>
        </p:sp>
        <p:sp>
          <p:nvSpPr>
            <p:cNvPr id="23" name="Line 1043">
              <a:extLst>
                <a:ext uri="{FF2B5EF4-FFF2-40B4-BE49-F238E27FC236}">
                  <a16:creationId xmlns:a16="http://schemas.microsoft.com/office/drawing/2014/main" id="{36AD6C38-6854-4B76-86BD-D7F63BB3689C}"/>
                </a:ext>
              </a:extLst>
            </p:cNvPr>
            <p:cNvSpPr>
              <a:spLocks noChangeShapeType="1"/>
            </p:cNvSpPr>
            <p:nvPr/>
          </p:nvSpPr>
          <p:spPr bwMode="blackWhite">
            <a:xfrm>
              <a:off x="826770" y="3794125"/>
              <a:ext cx="7364413"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1044">
              <a:extLst>
                <a:ext uri="{FF2B5EF4-FFF2-40B4-BE49-F238E27FC236}">
                  <a16:creationId xmlns:a16="http://schemas.microsoft.com/office/drawing/2014/main" id="{F236577A-6E83-4F7C-AA73-EB8EF3B288DA}"/>
                </a:ext>
              </a:extLst>
            </p:cNvPr>
            <p:cNvSpPr>
              <a:spLocks noChangeShapeType="1"/>
            </p:cNvSpPr>
            <p:nvPr/>
          </p:nvSpPr>
          <p:spPr bwMode="blackWhite">
            <a:xfrm>
              <a:off x="826770" y="4559300"/>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1045">
              <a:extLst>
                <a:ext uri="{FF2B5EF4-FFF2-40B4-BE49-F238E27FC236}">
                  <a16:creationId xmlns:a16="http://schemas.microsoft.com/office/drawing/2014/main" id="{B1FD4DEB-7810-4849-B682-ADCDC9FED863}"/>
                </a:ext>
              </a:extLst>
            </p:cNvPr>
            <p:cNvSpPr>
              <a:spLocks noChangeShapeType="1"/>
            </p:cNvSpPr>
            <p:nvPr/>
          </p:nvSpPr>
          <p:spPr bwMode="blackWhite">
            <a:xfrm>
              <a:off x="826770" y="6019800"/>
              <a:ext cx="7364413"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1046">
              <a:extLst>
                <a:ext uri="{FF2B5EF4-FFF2-40B4-BE49-F238E27FC236}">
                  <a16:creationId xmlns:a16="http://schemas.microsoft.com/office/drawing/2014/main" id="{4E7D710B-7854-4C3E-A242-B26F16B5331E}"/>
                </a:ext>
              </a:extLst>
            </p:cNvPr>
            <p:cNvSpPr>
              <a:spLocks noChangeShapeType="1"/>
            </p:cNvSpPr>
            <p:nvPr/>
          </p:nvSpPr>
          <p:spPr bwMode="blackWhite">
            <a:xfrm>
              <a:off x="826770" y="3429000"/>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1047">
              <a:extLst>
                <a:ext uri="{FF2B5EF4-FFF2-40B4-BE49-F238E27FC236}">
                  <a16:creationId xmlns:a16="http://schemas.microsoft.com/office/drawing/2014/main" id="{CB12C779-1900-48EE-8CDE-A790C5E760AC}"/>
                </a:ext>
              </a:extLst>
            </p:cNvPr>
            <p:cNvSpPr>
              <a:spLocks noChangeShapeType="1"/>
            </p:cNvSpPr>
            <p:nvPr/>
          </p:nvSpPr>
          <p:spPr bwMode="blackWhite">
            <a:xfrm>
              <a:off x="3393758" y="3429000"/>
              <a:ext cx="0" cy="25908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1048">
              <a:extLst>
                <a:ext uri="{FF2B5EF4-FFF2-40B4-BE49-F238E27FC236}">
                  <a16:creationId xmlns:a16="http://schemas.microsoft.com/office/drawing/2014/main" id="{CF152E5F-454E-493D-B323-7522FBDBC745}"/>
                </a:ext>
              </a:extLst>
            </p:cNvPr>
            <p:cNvSpPr>
              <a:spLocks noChangeShapeType="1"/>
            </p:cNvSpPr>
            <p:nvPr/>
          </p:nvSpPr>
          <p:spPr bwMode="blackWhite">
            <a:xfrm>
              <a:off x="8191183" y="3429000"/>
              <a:ext cx="0" cy="36512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1049">
              <a:extLst>
                <a:ext uri="{FF2B5EF4-FFF2-40B4-BE49-F238E27FC236}">
                  <a16:creationId xmlns:a16="http://schemas.microsoft.com/office/drawing/2014/main" id="{44F4534C-974F-42B5-901F-7852D97858CD}"/>
                </a:ext>
              </a:extLst>
            </p:cNvPr>
            <p:cNvSpPr>
              <a:spLocks noChangeShapeType="1"/>
            </p:cNvSpPr>
            <p:nvPr/>
          </p:nvSpPr>
          <p:spPr bwMode="blackWhite">
            <a:xfrm>
              <a:off x="826770" y="4176713"/>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1050">
              <a:extLst>
                <a:ext uri="{FF2B5EF4-FFF2-40B4-BE49-F238E27FC236}">
                  <a16:creationId xmlns:a16="http://schemas.microsoft.com/office/drawing/2014/main" id="{4BAF3216-BAB0-489D-9C8D-1828D98E4487}"/>
                </a:ext>
              </a:extLst>
            </p:cNvPr>
            <p:cNvSpPr>
              <a:spLocks noChangeShapeType="1"/>
            </p:cNvSpPr>
            <p:nvPr/>
          </p:nvSpPr>
          <p:spPr bwMode="blackWhite">
            <a:xfrm>
              <a:off x="826770" y="5289550"/>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1051">
              <a:extLst>
                <a:ext uri="{FF2B5EF4-FFF2-40B4-BE49-F238E27FC236}">
                  <a16:creationId xmlns:a16="http://schemas.microsoft.com/office/drawing/2014/main" id="{73DC24A3-A5EB-49C4-9033-CF02E6E7E2B3}"/>
                </a:ext>
              </a:extLst>
            </p:cNvPr>
            <p:cNvSpPr>
              <a:spLocks noChangeShapeType="1"/>
            </p:cNvSpPr>
            <p:nvPr/>
          </p:nvSpPr>
          <p:spPr bwMode="blackWhite">
            <a:xfrm>
              <a:off x="826770" y="4924425"/>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1052">
              <a:extLst>
                <a:ext uri="{FF2B5EF4-FFF2-40B4-BE49-F238E27FC236}">
                  <a16:creationId xmlns:a16="http://schemas.microsoft.com/office/drawing/2014/main" id="{09CB7A35-6572-4A70-8B8C-805EE9477447}"/>
                </a:ext>
              </a:extLst>
            </p:cNvPr>
            <p:cNvSpPr>
              <a:spLocks noChangeShapeType="1"/>
            </p:cNvSpPr>
            <p:nvPr/>
          </p:nvSpPr>
          <p:spPr bwMode="blackWhite">
            <a:xfrm>
              <a:off x="826770" y="5654675"/>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Line 1053">
              <a:extLst>
                <a:ext uri="{FF2B5EF4-FFF2-40B4-BE49-F238E27FC236}">
                  <a16:creationId xmlns:a16="http://schemas.microsoft.com/office/drawing/2014/main" id="{67DD5091-3B29-4FC7-A8A2-81F54D2CA8CC}"/>
                </a:ext>
              </a:extLst>
            </p:cNvPr>
            <p:cNvSpPr>
              <a:spLocks noChangeShapeType="1"/>
            </p:cNvSpPr>
            <p:nvPr/>
          </p:nvSpPr>
          <p:spPr bwMode="blackWhite">
            <a:xfrm>
              <a:off x="826770" y="3429000"/>
              <a:ext cx="7364413"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1054">
              <a:extLst>
                <a:ext uri="{FF2B5EF4-FFF2-40B4-BE49-F238E27FC236}">
                  <a16:creationId xmlns:a16="http://schemas.microsoft.com/office/drawing/2014/main" id="{6D5BE386-98C8-4C4A-B24B-AEB04432E044}"/>
                </a:ext>
              </a:extLst>
            </p:cNvPr>
            <p:cNvSpPr>
              <a:spLocks noChangeShapeType="1"/>
            </p:cNvSpPr>
            <p:nvPr/>
          </p:nvSpPr>
          <p:spPr bwMode="blackWhite">
            <a:xfrm>
              <a:off x="826770" y="3794125"/>
              <a:ext cx="0" cy="2225675"/>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1055">
              <a:extLst>
                <a:ext uri="{FF2B5EF4-FFF2-40B4-BE49-F238E27FC236}">
                  <a16:creationId xmlns:a16="http://schemas.microsoft.com/office/drawing/2014/main" id="{045C0402-3CFF-4492-92FF-6689E7B1A09A}"/>
                </a:ext>
              </a:extLst>
            </p:cNvPr>
            <p:cNvSpPr>
              <a:spLocks noChangeShapeType="1"/>
            </p:cNvSpPr>
            <p:nvPr/>
          </p:nvSpPr>
          <p:spPr bwMode="blackWhite">
            <a:xfrm>
              <a:off x="8191183" y="3794125"/>
              <a:ext cx="0" cy="2225675"/>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822296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CAB25B-D144-4223-A238-2233ED1F4D4D}"/>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92591DA3-359A-45F7-B899-7B88EF6D8B43}"/>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38694FCD-66D9-420E-AFDC-6B83C617D9CC}"/>
              </a:ext>
            </a:extLst>
          </p:cNvPr>
          <p:cNvSpPr>
            <a:spLocks noGrp="1"/>
          </p:cNvSpPr>
          <p:nvPr>
            <p:ph type="sldNum" sz="quarter" idx="4"/>
          </p:nvPr>
        </p:nvSpPr>
        <p:spPr/>
        <p:txBody>
          <a:bodyPr/>
          <a:lstStyle/>
          <a:p>
            <a:fld id="{48F63A3B-78C7-47BE-AE5E-E10140E04643}" type="slidenum">
              <a:rPr lang="en-US" smtClean="0"/>
              <a:pPr/>
              <a:t>13</a:t>
            </a:fld>
            <a:endParaRPr lang="en-US" dirty="0"/>
          </a:p>
        </p:txBody>
      </p:sp>
      <p:sp>
        <p:nvSpPr>
          <p:cNvPr id="5" name="Content Placeholder 1">
            <a:extLst>
              <a:ext uri="{FF2B5EF4-FFF2-40B4-BE49-F238E27FC236}">
                <a16:creationId xmlns:a16="http://schemas.microsoft.com/office/drawing/2014/main" id="{8EE19921-D506-4377-93F4-0E78FD949A11}"/>
              </a:ext>
            </a:extLst>
          </p:cNvPr>
          <p:cNvSpPr txBox="1">
            <a:spLocks noChangeArrowheads="1"/>
          </p:cNvSpPr>
          <p:nvPr/>
        </p:nvSpPr>
        <p:spPr>
          <a:xfrm>
            <a:off x="74612" y="939800"/>
            <a:ext cx="11458257" cy="52832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spcBef>
                <a:spcPct val="25000"/>
              </a:spcBef>
              <a:buNone/>
            </a:pPr>
            <a:r>
              <a:rPr lang="en-US" altLang="en-US" sz="2400" dirty="0">
                <a:latin typeface="Tahoma" panose="020B0604030504040204" pitchFamily="34" charset="0"/>
                <a:ea typeface="Tahoma" panose="020B0604030504040204" pitchFamily="34" charset="0"/>
                <a:cs typeface="Tahoma" panose="020B0604030504040204" pitchFamily="34" charset="0"/>
              </a:rPr>
              <a:t>The Oracle server displays a string of number signs (#) in place of a whole number whose digits exceed the number of digits provided in the format model.</a:t>
            </a:r>
          </a:p>
          <a:p>
            <a:pPr marL="0" indent="0">
              <a:lnSpc>
                <a:spcPct val="150000"/>
              </a:lnSpc>
              <a:buNone/>
            </a:pPr>
            <a:r>
              <a:rPr lang="en-US" altLang="en-US" sz="2400" dirty="0">
                <a:latin typeface="Tahoma" panose="020B0604030504040204" pitchFamily="34" charset="0"/>
                <a:ea typeface="Tahoma" panose="020B0604030504040204" pitchFamily="34" charset="0"/>
                <a:cs typeface="Tahoma" panose="020B0604030504040204" pitchFamily="34" charset="0"/>
              </a:rPr>
              <a:t>The Oracle server rounds the stored decimal value to the number of decimal places provided in the format model.</a:t>
            </a:r>
          </a:p>
          <a:p>
            <a:endParaRPr lang="en-US" altLang="en-US" dirty="0"/>
          </a:p>
        </p:txBody>
      </p:sp>
      <p:sp>
        <p:nvSpPr>
          <p:cNvPr id="6" name="Title 4">
            <a:extLst>
              <a:ext uri="{FF2B5EF4-FFF2-40B4-BE49-F238E27FC236}">
                <a16:creationId xmlns:a16="http://schemas.microsoft.com/office/drawing/2014/main" id="{9F5AF626-B562-4882-B0FF-5B10D7C3F07F}"/>
              </a:ext>
            </a:extLst>
          </p:cNvPr>
          <p:cNvSpPr txBox="1">
            <a:spLocks noChangeArrowheads="1"/>
          </p:cNvSpPr>
          <p:nvPr/>
        </p:nvSpPr>
        <p:spPr>
          <a:xfrm>
            <a:off x="340042" y="137319"/>
            <a:ext cx="11089958" cy="6794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Using</a:t>
            </a:r>
            <a:r>
              <a:rPr lang="en-US" altLang="en-US" sz="2400" dirty="0">
                <a:latin typeface="Arial Black" panose="020B0A04020102020204" pitchFamily="34" charset="0"/>
              </a:rPr>
              <a:t> </a:t>
            </a:r>
            <a:r>
              <a:rPr lang="en-US" altLang="en-US" sz="3600" b="1" dirty="0">
                <a:solidFill>
                  <a:schemeClr val="accent6">
                    <a:lumMod val="75000"/>
                    <a:lumOff val="25000"/>
                  </a:schemeClr>
                </a:solidFill>
                <a:latin typeface="Arial Black" panose="020B0A04020102020204" pitchFamily="34" charset="0"/>
                <a:ea typeface="+mn-ea"/>
                <a:cs typeface="Arial" pitchFamily="34" charset="0"/>
              </a:rPr>
              <a:t>the TO_CHAR Function with Numbers</a:t>
            </a:r>
          </a:p>
        </p:txBody>
      </p:sp>
      <p:sp>
        <p:nvSpPr>
          <p:cNvPr id="7" name="Rectangle 2">
            <a:extLst>
              <a:ext uri="{FF2B5EF4-FFF2-40B4-BE49-F238E27FC236}">
                <a16:creationId xmlns:a16="http://schemas.microsoft.com/office/drawing/2014/main" id="{01D38105-F54A-407C-83F6-40008E264A64}"/>
              </a:ext>
            </a:extLst>
          </p:cNvPr>
          <p:cNvSpPr>
            <a:spLocks noChangeArrowheads="1"/>
          </p:cNvSpPr>
          <p:nvPr/>
        </p:nvSpPr>
        <p:spPr bwMode="blackGray">
          <a:xfrm>
            <a:off x="2054543" y="3773117"/>
            <a:ext cx="7364412" cy="971550"/>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lnSpc>
                <a:spcPct val="90000"/>
              </a:lnSpc>
              <a:spcBef>
                <a:spcPts val="1000"/>
              </a:spcBef>
              <a:tabLst>
                <a:tab pos="1200150" algn="l"/>
              </a:tabLst>
              <a:defRPr sz="2800">
                <a:solidFill>
                  <a:schemeClr val="tx1"/>
                </a:solidFill>
                <a:latin typeface="Times New Roman" panose="02020603050405020304" pitchFamily="18" charset="0"/>
              </a:defRPr>
            </a:lvl1pPr>
            <a:lvl2pPr marL="742950" indent="-285750">
              <a:lnSpc>
                <a:spcPct val="90000"/>
              </a:lnSpc>
              <a:spcBef>
                <a:spcPts val="500"/>
              </a:spcBef>
              <a:tabLst>
                <a:tab pos="1200150" algn="l"/>
              </a:tabLst>
              <a:defRPr sz="2400">
                <a:solidFill>
                  <a:schemeClr val="tx1"/>
                </a:solidFill>
                <a:latin typeface="Times New Roman" panose="02020603050405020304" pitchFamily="18" charset="0"/>
              </a:defRPr>
            </a:lvl2pPr>
            <a:lvl3pPr marL="1143000" indent="-228600">
              <a:lnSpc>
                <a:spcPct val="90000"/>
              </a:lnSpc>
              <a:spcBef>
                <a:spcPts val="500"/>
              </a:spcBef>
              <a:tabLst>
                <a:tab pos="1200150" algn="l"/>
              </a:tabLst>
              <a:defRPr sz="2000">
                <a:solidFill>
                  <a:schemeClr val="tx1"/>
                </a:solidFill>
                <a:latin typeface="Times New Roman" panose="02020603050405020304" pitchFamily="18" charset="0"/>
              </a:defRPr>
            </a:lvl3pPr>
            <a:lvl4pPr marL="1600200" indent="-228600">
              <a:lnSpc>
                <a:spcPct val="90000"/>
              </a:lnSpc>
              <a:spcBef>
                <a:spcPts val="500"/>
              </a:spcBef>
              <a:tabLst>
                <a:tab pos="1200150" algn="l"/>
              </a:tabLst>
              <a:defRPr>
                <a:solidFill>
                  <a:schemeClr val="tx1"/>
                </a:solidFill>
                <a:latin typeface="Times New Roman" panose="02020603050405020304" pitchFamily="18" charset="0"/>
              </a:defRPr>
            </a:lvl4pPr>
            <a:lvl5pPr marL="2057400" indent="-228600">
              <a:lnSpc>
                <a:spcPct val="90000"/>
              </a:lnSpc>
              <a:spcBef>
                <a:spcPts val="500"/>
              </a:spcBef>
              <a:tabLst>
                <a:tab pos="1200150" algn="l"/>
              </a:tabLst>
              <a:defRPr>
                <a:solidFill>
                  <a:schemeClr val="tx1"/>
                </a:solidFill>
                <a:latin typeface="Times New Roman" panose="02020603050405020304" pitchFamily="18" charset="0"/>
              </a:defRPr>
            </a:lvl5pPr>
            <a:lvl6pPr marL="2514600" indent="-228600" defTabSz="457200" eaLnBrk="0" fontAlgn="base" hangingPunct="0">
              <a:lnSpc>
                <a:spcPct val="90000"/>
              </a:lnSpc>
              <a:spcBef>
                <a:spcPts val="50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lnSpc>
                <a:spcPct val="90000"/>
              </a:lnSpc>
              <a:spcBef>
                <a:spcPts val="50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lnSpc>
                <a:spcPct val="90000"/>
              </a:lnSpc>
              <a:spcBef>
                <a:spcPts val="50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lnSpc>
                <a:spcPct val="90000"/>
              </a:lnSpc>
              <a:spcBef>
                <a:spcPts val="500"/>
              </a:spcBef>
              <a:spcAft>
                <a:spcPct val="0"/>
              </a:spcAft>
              <a:tabLst>
                <a:tab pos="1200150" algn="l"/>
              </a:tabLst>
              <a:defRPr>
                <a:solidFill>
                  <a:schemeClr val="tx1"/>
                </a:solidFill>
                <a:latin typeface="Times New Roman" panose="02020603050405020304" pitchFamily="18" charset="0"/>
              </a:defRPr>
            </a:lvl9pPr>
          </a:lstStyle>
          <a:p>
            <a:pPr>
              <a:lnSpc>
                <a:spcPct val="100000"/>
              </a:lnSpc>
              <a:spcBef>
                <a:spcPct val="0"/>
              </a:spcBef>
            </a:pPr>
            <a:r>
              <a:rPr lang="en-US" altLang="en-US" sz="1800" b="1">
                <a:solidFill>
                  <a:srgbClr val="000000"/>
                </a:solidFill>
                <a:latin typeface="Courier New" panose="02070309020205020404" pitchFamily="49" charset="0"/>
              </a:rPr>
              <a:t>SELECT TO_CHAR(salary, '$99,999.00') SALARY</a:t>
            </a:r>
          </a:p>
          <a:p>
            <a:pPr>
              <a:lnSpc>
                <a:spcPct val="100000"/>
              </a:lnSpc>
              <a:spcBef>
                <a:spcPct val="0"/>
              </a:spcBef>
            </a:pPr>
            <a:r>
              <a:rPr lang="en-US" altLang="en-US" sz="1800" b="1">
                <a:solidFill>
                  <a:srgbClr val="000000"/>
                </a:solidFill>
                <a:latin typeface="Courier New" panose="02070309020205020404" pitchFamily="49" charset="0"/>
              </a:rPr>
              <a:t>FROM   employees</a:t>
            </a:r>
          </a:p>
          <a:p>
            <a:pPr>
              <a:lnSpc>
                <a:spcPct val="100000"/>
              </a:lnSpc>
              <a:spcBef>
                <a:spcPct val="0"/>
              </a:spcBef>
            </a:pPr>
            <a:r>
              <a:rPr lang="en-US" altLang="en-US" sz="1800" b="1">
                <a:solidFill>
                  <a:srgbClr val="000000"/>
                </a:solidFill>
                <a:latin typeface="Courier New" panose="02070309020205020404" pitchFamily="49" charset="0"/>
              </a:rPr>
              <a:t>WHERE  last_name = 'Ernst';</a:t>
            </a:r>
          </a:p>
        </p:txBody>
      </p:sp>
      <p:sp>
        <p:nvSpPr>
          <p:cNvPr id="8" name="Rectangle 4">
            <a:extLst>
              <a:ext uri="{FF2B5EF4-FFF2-40B4-BE49-F238E27FC236}">
                <a16:creationId xmlns:a16="http://schemas.microsoft.com/office/drawing/2014/main" id="{0ACD6AB3-8BDC-4BA7-AF67-6A1A88AC1183}"/>
              </a:ext>
            </a:extLst>
          </p:cNvPr>
          <p:cNvSpPr>
            <a:spLocks noChangeArrowheads="1"/>
          </p:cNvSpPr>
          <p:nvPr/>
        </p:nvSpPr>
        <p:spPr bwMode="gray">
          <a:xfrm>
            <a:off x="3021330" y="3825505"/>
            <a:ext cx="5087938" cy="325437"/>
          </a:xfrm>
          <a:prstGeom prst="rect">
            <a:avLst/>
          </a:prstGeom>
          <a:noFill/>
          <a:ln w="285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endParaRPr lang="en-US" altLang="en-US"/>
          </a:p>
        </p:txBody>
      </p:sp>
      <p:pic>
        <p:nvPicPr>
          <p:cNvPr id="9" name="Picture 7">
            <a:extLst>
              <a:ext uri="{FF2B5EF4-FFF2-40B4-BE49-F238E27FC236}">
                <a16:creationId xmlns:a16="http://schemas.microsoft.com/office/drawing/2014/main" id="{DAEF2C05-C88C-4DE1-91CC-A88356B6AA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626293" y="4990730"/>
            <a:ext cx="13716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5321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032DED-9FF4-46BC-8A8C-C8963FF4DE1C}"/>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03AD0DD1-F176-443F-A6B6-19F3AB4B1AA1}"/>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3F292BF8-89BF-45F5-80C4-12806546202F}"/>
              </a:ext>
            </a:extLst>
          </p:cNvPr>
          <p:cNvSpPr>
            <a:spLocks noGrp="1"/>
          </p:cNvSpPr>
          <p:nvPr>
            <p:ph type="sldNum" sz="quarter" idx="4"/>
          </p:nvPr>
        </p:nvSpPr>
        <p:spPr/>
        <p:txBody>
          <a:bodyPr/>
          <a:lstStyle/>
          <a:p>
            <a:fld id="{48F63A3B-78C7-47BE-AE5E-E10140E04643}" type="slidenum">
              <a:rPr lang="en-US" smtClean="0"/>
              <a:pPr/>
              <a:t>14</a:t>
            </a:fld>
            <a:endParaRPr lang="en-US" dirty="0"/>
          </a:p>
        </p:txBody>
      </p:sp>
      <p:sp>
        <p:nvSpPr>
          <p:cNvPr id="5" name="Rectangle 6">
            <a:extLst>
              <a:ext uri="{FF2B5EF4-FFF2-40B4-BE49-F238E27FC236}">
                <a16:creationId xmlns:a16="http://schemas.microsoft.com/office/drawing/2014/main" id="{739DED52-651B-40AB-AAA9-6393A107F162}"/>
              </a:ext>
            </a:extLst>
          </p:cNvPr>
          <p:cNvSpPr txBox="1">
            <a:spLocks noChangeArrowheads="1"/>
          </p:cNvSpPr>
          <p:nvPr/>
        </p:nvSpPr>
        <p:spPr>
          <a:xfrm>
            <a:off x="769937" y="18097"/>
            <a:ext cx="10652125" cy="852488"/>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Using the TO_NUMBER and TO_DATE Functions </a:t>
            </a:r>
          </a:p>
        </p:txBody>
      </p:sp>
      <p:sp>
        <p:nvSpPr>
          <p:cNvPr id="6" name="Rectangle 7">
            <a:extLst>
              <a:ext uri="{FF2B5EF4-FFF2-40B4-BE49-F238E27FC236}">
                <a16:creationId xmlns:a16="http://schemas.microsoft.com/office/drawing/2014/main" id="{BB3D2686-FD55-40F3-BE06-D21F64F201CD}"/>
              </a:ext>
            </a:extLst>
          </p:cNvPr>
          <p:cNvSpPr txBox="1">
            <a:spLocks noChangeArrowheads="1"/>
          </p:cNvSpPr>
          <p:nvPr/>
        </p:nvSpPr>
        <p:spPr bwMode="auto">
          <a:xfrm>
            <a:off x="52388" y="967740"/>
            <a:ext cx="11658862"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defRPr sz="2800">
                <a:solidFill>
                  <a:schemeClr val="tx1"/>
                </a:solidFill>
                <a:latin typeface="Times New Roman" panose="02020603050405020304" pitchFamily="18" charset="0"/>
              </a:defRPr>
            </a:lvl1pPr>
            <a:lvl2pPr>
              <a:lnSpc>
                <a:spcPct val="90000"/>
              </a:lnSpc>
              <a:spcBef>
                <a:spcPts val="500"/>
              </a:spcBef>
              <a:defRPr sz="2400">
                <a:solidFill>
                  <a:schemeClr val="tx1"/>
                </a:solidFill>
                <a:latin typeface="Times New Roman" panose="02020603050405020304" pitchFamily="18" charset="0"/>
              </a:defRPr>
            </a:lvl2pPr>
            <a:lvl3pPr marL="1143000" indent="-228600">
              <a:lnSpc>
                <a:spcPct val="90000"/>
              </a:lnSpc>
              <a:spcBef>
                <a:spcPts val="500"/>
              </a:spcBef>
              <a:defRPr sz="2000">
                <a:solidFill>
                  <a:schemeClr val="tx1"/>
                </a:solidFill>
                <a:latin typeface="Times New Roman" panose="02020603050405020304" pitchFamily="18" charset="0"/>
              </a:defRPr>
            </a:lvl3pPr>
            <a:lvl4pPr marL="1600200" indent="-228600">
              <a:lnSpc>
                <a:spcPct val="90000"/>
              </a:lnSpc>
              <a:spcBef>
                <a:spcPts val="500"/>
              </a:spcBef>
              <a:defRPr>
                <a:solidFill>
                  <a:schemeClr val="tx1"/>
                </a:solidFill>
                <a:latin typeface="Times New Roman" panose="02020603050405020304" pitchFamily="18" charset="0"/>
              </a:defRPr>
            </a:lvl4pPr>
            <a:lvl5pPr marL="2057400" indent="-228600">
              <a:lnSpc>
                <a:spcPct val="90000"/>
              </a:lnSpc>
              <a:spcBef>
                <a:spcPts val="500"/>
              </a:spcBef>
              <a:defRPr>
                <a:solidFill>
                  <a:schemeClr val="tx1"/>
                </a:solidFill>
                <a:latin typeface="Times New Roman" panose="02020603050405020304" pitchFamily="18" charset="0"/>
              </a:defRPr>
            </a:lvl5pPr>
            <a:lvl6pPr marL="25146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defTabSz="914400" eaLnBrk="1" hangingPunct="1">
              <a:lnSpc>
                <a:spcPct val="15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Convert a character string to a number format using the TO_NUMBER function:</a:t>
            </a:r>
          </a:p>
          <a:p>
            <a:pPr lvl="1" defTabSz="914400" eaLnBrk="1" hangingPunct="1">
              <a:lnSpc>
                <a:spcPct val="150000"/>
              </a:lnSpc>
            </a:pPr>
            <a:endParaRPr lang="en-US" altLang="en-US" sz="2200" dirty="0">
              <a:latin typeface="Tahoma" panose="020B0604030504040204" pitchFamily="34" charset="0"/>
              <a:ea typeface="Tahoma" panose="020B0604030504040204" pitchFamily="34" charset="0"/>
              <a:cs typeface="Tahoma" panose="020B0604030504040204" pitchFamily="34" charset="0"/>
            </a:endParaRPr>
          </a:p>
          <a:p>
            <a:pPr lvl="1" defTabSz="914400" eaLnBrk="1" hangingPunct="1">
              <a:lnSpc>
                <a:spcPct val="150000"/>
              </a:lnSpc>
            </a:pPr>
            <a:endParaRPr lang="en-US" altLang="en-US" sz="220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Convert a character string to a date format using the TO_DATE function:</a:t>
            </a:r>
          </a:p>
          <a:p>
            <a:pPr>
              <a:lnSpc>
                <a:spcPct val="150000"/>
              </a:lnSpc>
            </a:pPr>
            <a:endParaRPr lang="en-US" altLang="en-US" sz="240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endParaRPr lang="en-US" altLang="en-US" sz="240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These functions have an </a:t>
            </a:r>
            <a:r>
              <a:rPr lang="en-US" altLang="en-US" sz="2400" dirty="0" err="1">
                <a:latin typeface="Tahoma" panose="020B0604030504040204" pitchFamily="34" charset="0"/>
                <a:ea typeface="Tahoma" panose="020B0604030504040204" pitchFamily="34" charset="0"/>
                <a:cs typeface="Tahoma" panose="020B0604030504040204" pitchFamily="34" charset="0"/>
              </a:rPr>
              <a:t>fx</a:t>
            </a:r>
            <a:r>
              <a:rPr lang="en-US" altLang="en-US" sz="2400" dirty="0">
                <a:latin typeface="Tahoma" panose="020B0604030504040204" pitchFamily="34" charset="0"/>
                <a:ea typeface="Tahoma" panose="020B0604030504040204" pitchFamily="34" charset="0"/>
                <a:cs typeface="Tahoma" panose="020B0604030504040204" pitchFamily="34" charset="0"/>
              </a:rPr>
              <a:t> modifier. This modifier specifies the exact match for the character argument and date format model of a TO_DATE function.</a:t>
            </a:r>
          </a:p>
        </p:txBody>
      </p:sp>
      <p:sp>
        <p:nvSpPr>
          <p:cNvPr id="7" name="Rectangle 4">
            <a:extLst>
              <a:ext uri="{FF2B5EF4-FFF2-40B4-BE49-F238E27FC236}">
                <a16:creationId xmlns:a16="http://schemas.microsoft.com/office/drawing/2014/main" id="{99BD5844-5946-40CB-9169-ED0666224F4D}"/>
              </a:ext>
            </a:extLst>
          </p:cNvPr>
          <p:cNvSpPr>
            <a:spLocks noChangeArrowheads="1"/>
          </p:cNvSpPr>
          <p:nvPr/>
        </p:nvSpPr>
        <p:spPr bwMode="blackGray">
          <a:xfrm>
            <a:off x="167292" y="1904921"/>
            <a:ext cx="10844553" cy="558800"/>
          </a:xfrm>
          <a:prstGeom prst="rect">
            <a:avLst/>
          </a:prstGeom>
          <a:solidFill>
            <a:schemeClr val="accent1"/>
          </a:solidFill>
          <a:ln w="28575">
            <a:solidFill>
              <a:srgbClr val="000000"/>
            </a:solidFill>
            <a:miter lim="800000"/>
            <a:headEnd/>
            <a:tailEnd/>
          </a:ln>
          <a:effectLst/>
        </p:spPr>
        <p:txBody>
          <a:bodyPr wrap="none" lIns="92075" tIns="46038" rIns="92075" bIns="46038" anchor="ctr"/>
          <a:lstStyle>
            <a:lvl1pPr>
              <a:spcBef>
                <a:spcPct val="20000"/>
              </a:spcBef>
              <a:buClr>
                <a:srgbClr val="000000"/>
              </a:buClr>
              <a:buFont typeface="Arial" panose="020B0604020202020204" pitchFamily="34" charset="0"/>
              <a:tabLst>
                <a:tab pos="1200150" algn="l"/>
              </a:tabLst>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tabLst>
                <a:tab pos="1200150" algn="l"/>
              </a:tabLst>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tabLst>
                <a:tab pos="1200150" algn="l"/>
              </a:tabLst>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tabLst>
                <a:tab pos="1200150" algn="l"/>
              </a:tabLst>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tabLst>
                <a:tab pos="1200150" algn="l"/>
              </a:tabLst>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tabLst>
                <a:tab pos="1200150" algn="l"/>
              </a:tabLst>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tabLst>
                <a:tab pos="1200150" algn="l"/>
              </a:tabLst>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tabLst>
                <a:tab pos="1200150" algn="l"/>
              </a:tabLst>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tabLst>
                <a:tab pos="1200150" algn="l"/>
              </a:tabLst>
              <a:defRPr sz="1600">
                <a:solidFill>
                  <a:schemeClr val="tx1"/>
                </a:solidFill>
                <a:latin typeface="Arial" panose="020B0604020202020204" pitchFamily="34" charset="0"/>
              </a:defRPr>
            </a:lvl9pPr>
          </a:lstStyle>
          <a:p>
            <a:pPr>
              <a:lnSpc>
                <a:spcPct val="160000"/>
              </a:lnSpc>
              <a:spcBef>
                <a:spcPct val="0"/>
              </a:spcBef>
              <a:buClrTx/>
              <a:buFontTx/>
              <a:buNone/>
              <a:defRPr/>
            </a:pPr>
            <a:r>
              <a:rPr lang="en-US" altLang="en-US" sz="1800" b="1" dirty="0">
                <a:solidFill>
                  <a:srgbClr val="000000"/>
                </a:solidFill>
                <a:latin typeface="+mn-lt"/>
              </a:rPr>
              <a:t>TO_NUMBER(</a:t>
            </a:r>
            <a:r>
              <a:rPr lang="en-US" altLang="en-US" sz="1800" b="1" i="1" dirty="0">
                <a:solidFill>
                  <a:srgbClr val="000000"/>
                </a:solidFill>
                <a:latin typeface="+mn-lt"/>
              </a:rPr>
              <a:t>char</a:t>
            </a:r>
            <a:r>
              <a:rPr lang="en-US" altLang="en-US" sz="1800" b="1" dirty="0">
                <a:solidFill>
                  <a:srgbClr val="000000"/>
                </a:solidFill>
                <a:latin typeface="+mn-lt"/>
              </a:rPr>
              <a:t>[</a:t>
            </a:r>
            <a:r>
              <a:rPr lang="en-US" altLang="en-US" sz="1800" b="1" i="1" dirty="0">
                <a:solidFill>
                  <a:srgbClr val="000000"/>
                </a:solidFill>
                <a:latin typeface="+mn-lt"/>
              </a:rPr>
              <a:t>, </a:t>
            </a:r>
            <a:r>
              <a:rPr lang="en-US" altLang="en-US" sz="1800" b="1" dirty="0">
                <a:solidFill>
                  <a:srgbClr val="000000"/>
                </a:solidFill>
                <a:latin typeface="+mn-lt"/>
              </a:rPr>
              <a:t>'</a:t>
            </a:r>
            <a:r>
              <a:rPr lang="en-US" altLang="en-US" sz="1800" b="1" i="1" dirty="0" err="1">
                <a:solidFill>
                  <a:srgbClr val="000000"/>
                </a:solidFill>
                <a:latin typeface="+mn-lt"/>
              </a:rPr>
              <a:t>format_model</a:t>
            </a:r>
            <a:r>
              <a:rPr lang="en-US" altLang="en-US" sz="1800" b="1" dirty="0">
                <a:solidFill>
                  <a:srgbClr val="000000"/>
                </a:solidFill>
                <a:latin typeface="+mn-lt"/>
              </a:rPr>
              <a:t>'])</a:t>
            </a:r>
          </a:p>
        </p:txBody>
      </p:sp>
      <p:sp>
        <p:nvSpPr>
          <p:cNvPr id="8" name="Rectangle 5">
            <a:extLst>
              <a:ext uri="{FF2B5EF4-FFF2-40B4-BE49-F238E27FC236}">
                <a16:creationId xmlns:a16="http://schemas.microsoft.com/office/drawing/2014/main" id="{42DBA227-DCEF-45A0-A16A-39100417739E}"/>
              </a:ext>
            </a:extLst>
          </p:cNvPr>
          <p:cNvSpPr>
            <a:spLocks noChangeArrowheads="1"/>
          </p:cNvSpPr>
          <p:nvPr/>
        </p:nvSpPr>
        <p:spPr bwMode="blackGray">
          <a:xfrm>
            <a:off x="167292" y="3959701"/>
            <a:ext cx="10842518" cy="615950"/>
          </a:xfrm>
          <a:prstGeom prst="rect">
            <a:avLst/>
          </a:prstGeom>
          <a:solidFill>
            <a:schemeClr val="accent1"/>
          </a:solidFill>
          <a:ln w="28575">
            <a:solidFill>
              <a:srgbClr val="000000"/>
            </a:solidFill>
            <a:miter lim="800000"/>
            <a:headEnd/>
            <a:tailEnd/>
          </a:ln>
          <a:effectLst/>
        </p:spPr>
        <p:txBody>
          <a:bodyPr wrap="none" lIns="92075" tIns="46038" rIns="92075" bIns="46038" anchor="ctr"/>
          <a:lstStyle>
            <a:lvl1pPr>
              <a:spcBef>
                <a:spcPct val="20000"/>
              </a:spcBef>
              <a:buClr>
                <a:srgbClr val="000000"/>
              </a:buClr>
              <a:buFont typeface="Arial" panose="020B0604020202020204" pitchFamily="34" charset="0"/>
              <a:tabLst>
                <a:tab pos="1200150" algn="l"/>
              </a:tabLst>
              <a:defRPr sz="2200">
                <a:solidFill>
                  <a:schemeClr val="tx1"/>
                </a:solidFill>
                <a:latin typeface="Arial" panose="020B0604020202020204" pitchFamily="34" charset="0"/>
              </a:defRPr>
            </a:lvl1pPr>
            <a:lvl2pPr marL="742950" indent="-285750">
              <a:spcBef>
                <a:spcPct val="20000"/>
              </a:spcBef>
              <a:buClr>
                <a:srgbClr val="FF0000"/>
              </a:buClr>
              <a:buFont typeface="Arial" panose="020B0604020202020204" pitchFamily="34" charset="0"/>
              <a:buChar char="•"/>
              <a:tabLst>
                <a:tab pos="1200150" algn="l"/>
              </a:tabLst>
              <a:defRPr sz="2200">
                <a:solidFill>
                  <a:schemeClr val="tx1"/>
                </a:solidFill>
                <a:latin typeface="Arial" panose="020B0604020202020204" pitchFamily="34" charset="0"/>
              </a:defRPr>
            </a:lvl2pPr>
            <a:lvl3pPr marL="1143000" indent="-228600">
              <a:spcBef>
                <a:spcPct val="20000"/>
              </a:spcBef>
              <a:buClr>
                <a:srgbClr val="FF0000"/>
              </a:buClr>
              <a:buFont typeface="Arial" panose="020B0604020202020204" pitchFamily="34" charset="0"/>
              <a:buChar char="–"/>
              <a:tabLst>
                <a:tab pos="1200150" algn="l"/>
              </a:tabLst>
              <a:defRPr sz="2000">
                <a:solidFill>
                  <a:schemeClr val="tx1"/>
                </a:solidFill>
                <a:latin typeface="Arial" panose="020B0604020202020204" pitchFamily="34" charset="0"/>
              </a:defRPr>
            </a:lvl3pPr>
            <a:lvl4pPr marL="1600200" indent="-228600">
              <a:spcBef>
                <a:spcPct val="20000"/>
              </a:spcBef>
              <a:buClr>
                <a:schemeClr val="accent2"/>
              </a:buClr>
              <a:buSzPct val="45000"/>
              <a:buFont typeface="Arial" panose="020B0604020202020204" pitchFamily="34" charset="0"/>
              <a:buChar char="—"/>
              <a:tabLst>
                <a:tab pos="1200150" algn="l"/>
              </a:tabLst>
              <a:defRPr>
                <a:solidFill>
                  <a:schemeClr val="tx1"/>
                </a:solidFill>
                <a:latin typeface="Arial" panose="020B0604020202020204" pitchFamily="34" charset="0"/>
              </a:defRPr>
            </a:lvl4pPr>
            <a:lvl5pPr marL="2057400" indent="-228600">
              <a:spcBef>
                <a:spcPct val="20000"/>
              </a:spcBef>
              <a:buClr>
                <a:schemeClr val="accent2"/>
              </a:buClr>
              <a:buSzPct val="55000"/>
              <a:buFont typeface="Arial" panose="020B0604020202020204" pitchFamily="34" charset="0"/>
              <a:buChar char="—"/>
              <a:tabLst>
                <a:tab pos="1200150" algn="l"/>
              </a:tabLst>
              <a:defRPr sz="16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2"/>
              </a:buClr>
              <a:buSzPct val="55000"/>
              <a:buFont typeface="Arial" panose="020B0604020202020204" pitchFamily="34" charset="0"/>
              <a:buChar char="—"/>
              <a:tabLst>
                <a:tab pos="1200150" algn="l"/>
              </a:tabLst>
              <a:defRPr sz="16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2"/>
              </a:buClr>
              <a:buSzPct val="55000"/>
              <a:buFont typeface="Arial" panose="020B0604020202020204" pitchFamily="34" charset="0"/>
              <a:buChar char="—"/>
              <a:tabLst>
                <a:tab pos="1200150" algn="l"/>
              </a:tabLst>
              <a:defRPr sz="16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2"/>
              </a:buClr>
              <a:buSzPct val="55000"/>
              <a:buFont typeface="Arial" panose="020B0604020202020204" pitchFamily="34" charset="0"/>
              <a:buChar char="—"/>
              <a:tabLst>
                <a:tab pos="1200150" algn="l"/>
              </a:tabLst>
              <a:defRPr sz="16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2"/>
              </a:buClr>
              <a:buSzPct val="55000"/>
              <a:buFont typeface="Arial" panose="020B0604020202020204" pitchFamily="34" charset="0"/>
              <a:buChar char="—"/>
              <a:tabLst>
                <a:tab pos="1200150" algn="l"/>
              </a:tabLst>
              <a:defRPr sz="1600">
                <a:solidFill>
                  <a:schemeClr val="tx1"/>
                </a:solidFill>
                <a:latin typeface="Arial" panose="020B0604020202020204" pitchFamily="34" charset="0"/>
              </a:defRPr>
            </a:lvl9pPr>
          </a:lstStyle>
          <a:p>
            <a:pPr>
              <a:lnSpc>
                <a:spcPct val="160000"/>
              </a:lnSpc>
              <a:spcBef>
                <a:spcPct val="0"/>
              </a:spcBef>
              <a:buClrTx/>
              <a:buFontTx/>
              <a:buNone/>
              <a:defRPr/>
            </a:pPr>
            <a:r>
              <a:rPr lang="en-US" altLang="en-US" sz="1800" b="1">
                <a:solidFill>
                  <a:srgbClr val="000000"/>
                </a:solidFill>
                <a:latin typeface="+mn-lt"/>
              </a:rPr>
              <a:t>TO_DATE(</a:t>
            </a:r>
            <a:r>
              <a:rPr lang="en-US" altLang="en-US" sz="1800" b="1" i="1">
                <a:solidFill>
                  <a:srgbClr val="000000"/>
                </a:solidFill>
                <a:latin typeface="+mn-lt"/>
              </a:rPr>
              <a:t>char</a:t>
            </a:r>
            <a:r>
              <a:rPr lang="en-US" altLang="en-US" sz="1800" b="1">
                <a:solidFill>
                  <a:srgbClr val="000000"/>
                </a:solidFill>
                <a:latin typeface="+mn-lt"/>
              </a:rPr>
              <a:t>[, '</a:t>
            </a:r>
            <a:r>
              <a:rPr lang="en-US" altLang="en-US" sz="1800" b="1" i="1">
                <a:solidFill>
                  <a:srgbClr val="000000"/>
                </a:solidFill>
                <a:latin typeface="+mn-lt"/>
              </a:rPr>
              <a:t>format_model</a:t>
            </a:r>
            <a:r>
              <a:rPr lang="en-US" altLang="en-US" sz="1800" b="1">
                <a:solidFill>
                  <a:srgbClr val="000000"/>
                </a:solidFill>
                <a:latin typeface="+mn-lt"/>
              </a:rPr>
              <a:t>'])</a:t>
            </a:r>
          </a:p>
        </p:txBody>
      </p:sp>
    </p:spTree>
    <p:extLst>
      <p:ext uri="{BB962C8B-B14F-4D97-AF65-F5344CB8AC3E}">
        <p14:creationId xmlns:p14="http://schemas.microsoft.com/office/powerpoint/2010/main" val="2681974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73567B-37A5-45DC-BF04-1AA8BFFE9BA7}"/>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1365603E-CD87-48A7-B306-C0AAC36122BF}"/>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0A876375-FDA4-4C0D-BED9-B849096ADD97}"/>
              </a:ext>
            </a:extLst>
          </p:cNvPr>
          <p:cNvSpPr>
            <a:spLocks noGrp="1"/>
          </p:cNvSpPr>
          <p:nvPr>
            <p:ph type="sldNum" sz="quarter" idx="4"/>
          </p:nvPr>
        </p:nvSpPr>
        <p:spPr/>
        <p:txBody>
          <a:bodyPr/>
          <a:lstStyle/>
          <a:p>
            <a:fld id="{48F63A3B-78C7-47BE-AE5E-E10140E04643}" type="slidenum">
              <a:rPr lang="en-US" smtClean="0"/>
              <a:pPr/>
              <a:t>15</a:t>
            </a:fld>
            <a:endParaRPr lang="en-US" dirty="0"/>
          </a:p>
        </p:txBody>
      </p:sp>
      <p:sp>
        <p:nvSpPr>
          <p:cNvPr id="5" name="Freeform 2">
            <a:extLst>
              <a:ext uri="{FF2B5EF4-FFF2-40B4-BE49-F238E27FC236}">
                <a16:creationId xmlns:a16="http://schemas.microsoft.com/office/drawing/2014/main" id="{6B04755E-6BA3-423D-82B4-36966675A881}"/>
              </a:ext>
            </a:extLst>
          </p:cNvPr>
          <p:cNvSpPr>
            <a:spLocks/>
          </p:cNvSpPr>
          <p:nvPr/>
        </p:nvSpPr>
        <p:spPr bwMode="gray">
          <a:xfrm>
            <a:off x="2831403" y="2829774"/>
            <a:ext cx="5634038" cy="1543050"/>
          </a:xfrm>
          <a:custGeom>
            <a:avLst/>
            <a:gdLst>
              <a:gd name="T0" fmla="*/ 0 w 3549"/>
              <a:gd name="T1" fmla="*/ 0 h 972"/>
              <a:gd name="T2" fmla="*/ 0 w 3549"/>
              <a:gd name="T3" fmla="*/ 2147483646 h 972"/>
              <a:gd name="T4" fmla="*/ 2147483646 w 3549"/>
              <a:gd name="T5" fmla="*/ 2147483646 h 972"/>
              <a:gd name="T6" fmla="*/ 2147483646 w 3549"/>
              <a:gd name="T7" fmla="*/ 0 h 9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49" h="972">
                <a:moveTo>
                  <a:pt x="0" y="0"/>
                </a:moveTo>
                <a:lnTo>
                  <a:pt x="0" y="971"/>
                </a:lnTo>
                <a:lnTo>
                  <a:pt x="3548" y="971"/>
                </a:lnTo>
                <a:lnTo>
                  <a:pt x="3548" y="0"/>
                </a:lnTo>
              </a:path>
            </a:pathLst>
          </a:custGeom>
          <a:noFill/>
          <a:ln w="28575" cap="rnd" cmpd="sng">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Rectangle 12">
            <a:extLst>
              <a:ext uri="{FF2B5EF4-FFF2-40B4-BE49-F238E27FC236}">
                <a16:creationId xmlns:a16="http://schemas.microsoft.com/office/drawing/2014/main" id="{DE549A98-8D1C-40DB-B608-986542483BC0}"/>
              </a:ext>
            </a:extLst>
          </p:cNvPr>
          <p:cNvSpPr txBox="1">
            <a:spLocks noChangeArrowheads="1"/>
          </p:cNvSpPr>
          <p:nvPr/>
        </p:nvSpPr>
        <p:spPr>
          <a:xfrm>
            <a:off x="2501141" y="159916"/>
            <a:ext cx="7100887" cy="6794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Nesting Functions</a:t>
            </a:r>
          </a:p>
        </p:txBody>
      </p:sp>
      <p:sp>
        <p:nvSpPr>
          <p:cNvPr id="7" name="Rectangle 13">
            <a:extLst>
              <a:ext uri="{FF2B5EF4-FFF2-40B4-BE49-F238E27FC236}">
                <a16:creationId xmlns:a16="http://schemas.microsoft.com/office/drawing/2014/main" id="{74E893E9-2416-4E6F-8A75-46DD26B26488}"/>
              </a:ext>
            </a:extLst>
          </p:cNvPr>
          <p:cNvSpPr txBox="1">
            <a:spLocks noChangeArrowheads="1"/>
          </p:cNvSpPr>
          <p:nvPr/>
        </p:nvSpPr>
        <p:spPr bwMode="auto">
          <a:xfrm>
            <a:off x="127000" y="1084263"/>
            <a:ext cx="12065000" cy="1066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defRPr sz="2800">
                <a:solidFill>
                  <a:schemeClr val="tx1"/>
                </a:solidFill>
                <a:latin typeface="Times New Roman" panose="02020603050405020304" pitchFamily="18" charset="0"/>
              </a:defRPr>
            </a:lvl1pPr>
            <a:lvl2pPr marL="742950" indent="-285750">
              <a:lnSpc>
                <a:spcPct val="90000"/>
              </a:lnSpc>
              <a:spcBef>
                <a:spcPts val="500"/>
              </a:spcBef>
              <a:defRPr sz="2400">
                <a:solidFill>
                  <a:schemeClr val="tx1"/>
                </a:solidFill>
                <a:latin typeface="Times New Roman" panose="02020603050405020304" pitchFamily="18" charset="0"/>
              </a:defRPr>
            </a:lvl2pPr>
            <a:lvl3pPr marL="1143000" indent="-228600">
              <a:lnSpc>
                <a:spcPct val="90000"/>
              </a:lnSpc>
              <a:spcBef>
                <a:spcPts val="500"/>
              </a:spcBef>
              <a:defRPr sz="2000">
                <a:solidFill>
                  <a:schemeClr val="tx1"/>
                </a:solidFill>
                <a:latin typeface="Times New Roman" panose="02020603050405020304" pitchFamily="18" charset="0"/>
              </a:defRPr>
            </a:lvl3pPr>
            <a:lvl4pPr marL="1600200" indent="-228600">
              <a:lnSpc>
                <a:spcPct val="90000"/>
              </a:lnSpc>
              <a:spcBef>
                <a:spcPts val="500"/>
              </a:spcBef>
              <a:defRPr>
                <a:solidFill>
                  <a:schemeClr val="tx1"/>
                </a:solidFill>
                <a:latin typeface="Times New Roman" panose="02020603050405020304" pitchFamily="18" charset="0"/>
              </a:defRPr>
            </a:lvl4pPr>
            <a:lvl5pPr marL="2057400" indent="-228600">
              <a:lnSpc>
                <a:spcPct val="90000"/>
              </a:lnSpc>
              <a:spcBef>
                <a:spcPts val="500"/>
              </a:spcBef>
              <a:defRPr>
                <a:solidFill>
                  <a:schemeClr val="tx1"/>
                </a:solidFill>
                <a:latin typeface="Times New Roman" panose="02020603050405020304" pitchFamily="18" charset="0"/>
              </a:defRPr>
            </a:lvl5pPr>
            <a:lvl6pPr marL="25146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defTabSz="914400" eaLnBrk="1" hangingPunct="1"/>
            <a:r>
              <a:rPr lang="en-US" altLang="en-US" sz="2400" dirty="0">
                <a:latin typeface="Tahoma" panose="020B0604030504040204" pitchFamily="34" charset="0"/>
                <a:ea typeface="Tahoma" panose="020B0604030504040204" pitchFamily="34" charset="0"/>
                <a:cs typeface="Tahoma" panose="020B0604030504040204" pitchFamily="34" charset="0"/>
              </a:rPr>
              <a:t>Single-row functions can be nested to any level.</a:t>
            </a:r>
          </a:p>
          <a:p>
            <a:pPr defTabSz="914400" eaLnBrk="1" hangingPunct="1"/>
            <a:r>
              <a:rPr lang="en-US" altLang="en-US" sz="2400" dirty="0">
                <a:latin typeface="Tahoma" panose="020B0604030504040204" pitchFamily="34" charset="0"/>
                <a:ea typeface="Tahoma" panose="020B0604030504040204" pitchFamily="34" charset="0"/>
                <a:cs typeface="Tahoma" panose="020B0604030504040204" pitchFamily="34" charset="0"/>
              </a:rPr>
              <a:t>Nested functions are evaluated from the deepest level to the least deep level.</a:t>
            </a:r>
          </a:p>
        </p:txBody>
      </p:sp>
      <p:sp>
        <p:nvSpPr>
          <p:cNvPr id="8" name="Rectangle 5">
            <a:extLst>
              <a:ext uri="{FF2B5EF4-FFF2-40B4-BE49-F238E27FC236}">
                <a16:creationId xmlns:a16="http://schemas.microsoft.com/office/drawing/2014/main" id="{00929092-5E25-42C8-A441-59576E510B5C}"/>
              </a:ext>
            </a:extLst>
          </p:cNvPr>
          <p:cNvSpPr>
            <a:spLocks noChangeArrowheads="1"/>
          </p:cNvSpPr>
          <p:nvPr/>
        </p:nvSpPr>
        <p:spPr bwMode="blackGray">
          <a:xfrm>
            <a:off x="2175766" y="2150324"/>
            <a:ext cx="7348537" cy="6826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b="1">
              <a:latin typeface="Arial" panose="020B0604020202020204" pitchFamily="34" charset="0"/>
            </a:endParaRPr>
          </a:p>
        </p:txBody>
      </p:sp>
      <p:sp>
        <p:nvSpPr>
          <p:cNvPr id="9" name="Rectangle 6">
            <a:extLst>
              <a:ext uri="{FF2B5EF4-FFF2-40B4-BE49-F238E27FC236}">
                <a16:creationId xmlns:a16="http://schemas.microsoft.com/office/drawing/2014/main" id="{3EAF2E19-2EB0-496E-8655-B8369A5A6912}"/>
              </a:ext>
            </a:extLst>
          </p:cNvPr>
          <p:cNvSpPr>
            <a:spLocks noChangeArrowheads="1"/>
          </p:cNvSpPr>
          <p:nvPr/>
        </p:nvSpPr>
        <p:spPr bwMode="auto">
          <a:xfrm>
            <a:off x="2558353" y="2318599"/>
            <a:ext cx="66294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tabLst>
                <a:tab pos="1200150" algn="l"/>
              </a:tabLst>
              <a:defRPr>
                <a:solidFill>
                  <a:schemeClr val="tx1"/>
                </a:solidFill>
                <a:latin typeface="Times New Roman" panose="02020603050405020304" pitchFamily="18" charset="0"/>
              </a:defRPr>
            </a:lvl1pPr>
            <a:lvl2pPr marL="742950" indent="-285750">
              <a:tabLst>
                <a:tab pos="1200150" algn="l"/>
              </a:tabLst>
              <a:defRPr>
                <a:solidFill>
                  <a:schemeClr val="tx1"/>
                </a:solidFill>
                <a:latin typeface="Times New Roman" panose="02020603050405020304" pitchFamily="18" charset="0"/>
              </a:defRPr>
            </a:lvl2pPr>
            <a:lvl3pPr marL="1143000" indent="-228600">
              <a:tabLst>
                <a:tab pos="1200150" algn="l"/>
              </a:tabLst>
              <a:defRPr>
                <a:solidFill>
                  <a:schemeClr val="tx1"/>
                </a:solidFill>
                <a:latin typeface="Times New Roman" panose="02020603050405020304" pitchFamily="18" charset="0"/>
              </a:defRPr>
            </a:lvl3pPr>
            <a:lvl4pPr marL="1600200" indent="-228600">
              <a:tabLst>
                <a:tab pos="1200150" algn="l"/>
              </a:tabLst>
              <a:defRPr>
                <a:solidFill>
                  <a:schemeClr val="tx1"/>
                </a:solidFill>
                <a:latin typeface="Times New Roman" panose="02020603050405020304" pitchFamily="18" charset="0"/>
              </a:defRPr>
            </a:lvl4pPr>
            <a:lvl5pPr marL="2057400" indent="-228600">
              <a:tabLst>
                <a:tab pos="1200150" algn="l"/>
              </a:tabLst>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9pPr>
          </a:lstStyle>
          <a:p>
            <a:pPr>
              <a:lnSpc>
                <a:spcPts val="2200"/>
              </a:lnSpc>
              <a:spcBef>
                <a:spcPct val="50000"/>
              </a:spcBef>
            </a:pPr>
            <a:r>
              <a:rPr lang="en-US" altLang="en-US" sz="2800" b="1" dirty="0">
                <a:latin typeface="Courier New" panose="02070309020205020404" pitchFamily="49" charset="0"/>
              </a:rPr>
              <a:t>F3(</a:t>
            </a:r>
            <a:r>
              <a:rPr lang="en-US" altLang="en-US" sz="2800" b="1" dirty="0">
                <a:solidFill>
                  <a:schemeClr val="accent2"/>
                </a:solidFill>
                <a:latin typeface="Courier New" panose="02070309020205020404" pitchFamily="49" charset="0"/>
              </a:rPr>
              <a:t>F2</a:t>
            </a:r>
            <a:r>
              <a:rPr lang="en-US" altLang="en-US" sz="2800" b="1" dirty="0">
                <a:latin typeface="Courier New" panose="02070309020205020404" pitchFamily="49" charset="0"/>
              </a:rPr>
              <a:t>(</a:t>
            </a:r>
            <a:r>
              <a:rPr lang="en-US" altLang="en-US" sz="2800" b="1" dirty="0">
                <a:solidFill>
                  <a:srgbClr val="FF0000"/>
                </a:solidFill>
                <a:latin typeface="Courier New" panose="02070309020205020404" pitchFamily="49" charset="0"/>
              </a:rPr>
              <a:t>F1(col,arg1</a:t>
            </a:r>
            <a:r>
              <a:rPr lang="en-US" altLang="en-US" sz="2800" b="1" dirty="0">
                <a:solidFill>
                  <a:srgbClr val="999999"/>
                </a:solidFill>
                <a:latin typeface="Courier New" panose="02070309020205020404" pitchFamily="49" charset="0"/>
              </a:rPr>
              <a:t>)</a:t>
            </a:r>
            <a:r>
              <a:rPr lang="en-US" altLang="en-US" sz="2800" b="1" dirty="0">
                <a:latin typeface="Courier New" panose="02070309020205020404" pitchFamily="49" charset="0"/>
              </a:rPr>
              <a:t>,</a:t>
            </a:r>
            <a:r>
              <a:rPr lang="en-US" altLang="en-US" sz="2800" b="1" dirty="0">
                <a:solidFill>
                  <a:schemeClr val="accent2"/>
                </a:solidFill>
                <a:latin typeface="Courier New" panose="02070309020205020404" pitchFamily="49" charset="0"/>
              </a:rPr>
              <a:t>arg2</a:t>
            </a:r>
            <a:r>
              <a:rPr lang="en-US" altLang="en-US" sz="2800" b="1" dirty="0">
                <a:latin typeface="Courier New" panose="02070309020205020404" pitchFamily="49" charset="0"/>
              </a:rPr>
              <a:t>),arg3)</a:t>
            </a:r>
          </a:p>
        </p:txBody>
      </p:sp>
      <p:sp>
        <p:nvSpPr>
          <p:cNvPr id="10" name="Rectangle 7">
            <a:extLst>
              <a:ext uri="{FF2B5EF4-FFF2-40B4-BE49-F238E27FC236}">
                <a16:creationId xmlns:a16="http://schemas.microsoft.com/office/drawing/2014/main" id="{84D42352-C3AB-47ED-A375-7E7FD31378B0}"/>
              </a:ext>
            </a:extLst>
          </p:cNvPr>
          <p:cNvSpPr>
            <a:spLocks noChangeArrowheads="1"/>
          </p:cNvSpPr>
          <p:nvPr/>
        </p:nvSpPr>
        <p:spPr bwMode="auto">
          <a:xfrm>
            <a:off x="4042666" y="2994874"/>
            <a:ext cx="22431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r>
              <a:rPr lang="en-US" altLang="en-US" sz="2000" b="1">
                <a:latin typeface="Helvetica" panose="020B0604020202020204" pitchFamily="34" charset="0"/>
              </a:rPr>
              <a:t>Step 1 = Result </a:t>
            </a:r>
            <a:r>
              <a:rPr lang="en-US" altLang="en-US" sz="2000" b="1">
                <a:solidFill>
                  <a:srgbClr val="999999"/>
                </a:solidFill>
                <a:latin typeface="Helvetica" panose="020B0604020202020204" pitchFamily="34" charset="0"/>
              </a:rPr>
              <a:t>1</a:t>
            </a:r>
          </a:p>
        </p:txBody>
      </p:sp>
      <p:sp>
        <p:nvSpPr>
          <p:cNvPr id="11" name="Rectangle 8">
            <a:extLst>
              <a:ext uri="{FF2B5EF4-FFF2-40B4-BE49-F238E27FC236}">
                <a16:creationId xmlns:a16="http://schemas.microsoft.com/office/drawing/2014/main" id="{D66CB278-A3E5-4003-876F-F3B9489D8EF0}"/>
              </a:ext>
            </a:extLst>
          </p:cNvPr>
          <p:cNvSpPr>
            <a:spLocks noChangeArrowheads="1"/>
          </p:cNvSpPr>
          <p:nvPr/>
        </p:nvSpPr>
        <p:spPr bwMode="auto">
          <a:xfrm>
            <a:off x="4042666" y="3471124"/>
            <a:ext cx="22431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r>
              <a:rPr lang="en-US" altLang="en-US" sz="2000" b="1">
                <a:solidFill>
                  <a:schemeClr val="tx2"/>
                </a:solidFill>
                <a:latin typeface="Helvetica" panose="020B0604020202020204" pitchFamily="34" charset="0"/>
              </a:rPr>
              <a:t>Step 2 = Result </a:t>
            </a:r>
            <a:r>
              <a:rPr lang="en-US" altLang="en-US" sz="2000" b="1">
                <a:solidFill>
                  <a:schemeClr val="accent2"/>
                </a:solidFill>
                <a:latin typeface="Helvetica" panose="020B0604020202020204" pitchFamily="34" charset="0"/>
              </a:rPr>
              <a:t>2</a:t>
            </a:r>
          </a:p>
        </p:txBody>
      </p:sp>
      <p:sp>
        <p:nvSpPr>
          <p:cNvPr id="12" name="Rectangle 9">
            <a:extLst>
              <a:ext uri="{FF2B5EF4-FFF2-40B4-BE49-F238E27FC236}">
                <a16:creationId xmlns:a16="http://schemas.microsoft.com/office/drawing/2014/main" id="{7A2A4AD0-337B-4272-B09C-EB74661864A1}"/>
              </a:ext>
            </a:extLst>
          </p:cNvPr>
          <p:cNvSpPr>
            <a:spLocks noChangeArrowheads="1"/>
          </p:cNvSpPr>
          <p:nvPr/>
        </p:nvSpPr>
        <p:spPr bwMode="auto">
          <a:xfrm>
            <a:off x="4042666" y="3963249"/>
            <a:ext cx="22431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r>
              <a:rPr lang="en-US" altLang="en-US" sz="2000" b="1">
                <a:latin typeface="Helvetica" panose="020B0604020202020204" pitchFamily="34" charset="0"/>
              </a:rPr>
              <a:t>Step 3 = Result 3</a:t>
            </a:r>
          </a:p>
        </p:txBody>
      </p:sp>
      <p:sp>
        <p:nvSpPr>
          <p:cNvPr id="13" name="Freeform 10">
            <a:extLst>
              <a:ext uri="{FF2B5EF4-FFF2-40B4-BE49-F238E27FC236}">
                <a16:creationId xmlns:a16="http://schemas.microsoft.com/office/drawing/2014/main" id="{34DED9D2-BD80-4294-91D4-C89655102697}"/>
              </a:ext>
            </a:extLst>
          </p:cNvPr>
          <p:cNvSpPr>
            <a:spLocks/>
          </p:cNvSpPr>
          <p:nvPr/>
        </p:nvSpPr>
        <p:spPr bwMode="gray">
          <a:xfrm>
            <a:off x="3439416" y="2829774"/>
            <a:ext cx="3810000" cy="1057275"/>
          </a:xfrm>
          <a:custGeom>
            <a:avLst/>
            <a:gdLst>
              <a:gd name="T0" fmla="*/ 0 w 2400"/>
              <a:gd name="T1" fmla="*/ 0 h 665"/>
              <a:gd name="T2" fmla="*/ 0 w 2400"/>
              <a:gd name="T3" fmla="*/ 2147483646 h 665"/>
              <a:gd name="T4" fmla="*/ 2147483646 w 2400"/>
              <a:gd name="T5" fmla="*/ 2147483646 h 665"/>
              <a:gd name="T6" fmla="*/ 2147483646 w 2400"/>
              <a:gd name="T7" fmla="*/ 0 h 6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00" h="665">
                <a:moveTo>
                  <a:pt x="0" y="0"/>
                </a:moveTo>
                <a:lnTo>
                  <a:pt x="0" y="664"/>
                </a:lnTo>
                <a:lnTo>
                  <a:pt x="2399" y="664"/>
                </a:lnTo>
                <a:lnTo>
                  <a:pt x="2399" y="0"/>
                </a:lnTo>
              </a:path>
            </a:pathLst>
          </a:custGeom>
          <a:noFill/>
          <a:ln w="28575" cap="rnd" cmpd="sng">
            <a:solidFill>
              <a:schemeClr val="hlink"/>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1">
            <a:extLst>
              <a:ext uri="{FF2B5EF4-FFF2-40B4-BE49-F238E27FC236}">
                <a16:creationId xmlns:a16="http://schemas.microsoft.com/office/drawing/2014/main" id="{B5D3C038-3E1C-4A0B-A79D-297CC39D3C79}"/>
              </a:ext>
            </a:extLst>
          </p:cNvPr>
          <p:cNvSpPr>
            <a:spLocks/>
          </p:cNvSpPr>
          <p:nvPr/>
        </p:nvSpPr>
        <p:spPr bwMode="gray">
          <a:xfrm>
            <a:off x="3904553" y="2829774"/>
            <a:ext cx="2473325" cy="571500"/>
          </a:xfrm>
          <a:custGeom>
            <a:avLst/>
            <a:gdLst>
              <a:gd name="T0" fmla="*/ 0 w 1558"/>
              <a:gd name="T1" fmla="*/ 0 h 359"/>
              <a:gd name="T2" fmla="*/ 0 w 1558"/>
              <a:gd name="T3" fmla="*/ 2147483646 h 359"/>
              <a:gd name="T4" fmla="*/ 2147483646 w 1558"/>
              <a:gd name="T5" fmla="*/ 2147483646 h 359"/>
              <a:gd name="T6" fmla="*/ 2147483646 w 1558"/>
              <a:gd name="T7" fmla="*/ 0 h 3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58" h="359">
                <a:moveTo>
                  <a:pt x="0" y="0"/>
                </a:moveTo>
                <a:lnTo>
                  <a:pt x="0" y="358"/>
                </a:lnTo>
                <a:lnTo>
                  <a:pt x="1557" y="358"/>
                </a:lnTo>
                <a:lnTo>
                  <a:pt x="1557" y="0"/>
                </a:lnTo>
              </a:path>
            </a:pathLst>
          </a:custGeom>
          <a:noFill/>
          <a:ln w="28575" cap="rnd" cmpd="sng">
            <a:solidFill>
              <a:schemeClr val="folHlink"/>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Rectangle 3">
            <a:extLst>
              <a:ext uri="{FF2B5EF4-FFF2-40B4-BE49-F238E27FC236}">
                <a16:creationId xmlns:a16="http://schemas.microsoft.com/office/drawing/2014/main" id="{E294D289-1358-4172-9744-9A94E7238469}"/>
              </a:ext>
            </a:extLst>
          </p:cNvPr>
          <p:cNvSpPr>
            <a:spLocks noChangeArrowheads="1"/>
          </p:cNvSpPr>
          <p:nvPr/>
        </p:nvSpPr>
        <p:spPr bwMode="blackGray">
          <a:xfrm>
            <a:off x="360460" y="4685666"/>
            <a:ext cx="7364412" cy="1162050"/>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a:solidFill>
                  <a:schemeClr val="tx1"/>
                </a:solidFill>
                <a:latin typeface="Times New Roman" panose="02020603050405020304" pitchFamily="18" charset="0"/>
              </a:defRPr>
            </a:lvl1pPr>
            <a:lvl2pPr marL="742950" indent="-285750">
              <a:tabLst>
                <a:tab pos="1200150" algn="l"/>
              </a:tabLst>
              <a:defRPr>
                <a:solidFill>
                  <a:schemeClr val="tx1"/>
                </a:solidFill>
                <a:latin typeface="Times New Roman" panose="02020603050405020304" pitchFamily="18" charset="0"/>
              </a:defRPr>
            </a:lvl2pPr>
            <a:lvl3pPr marL="1143000" indent="-228600">
              <a:tabLst>
                <a:tab pos="1200150" algn="l"/>
              </a:tabLst>
              <a:defRPr>
                <a:solidFill>
                  <a:schemeClr val="tx1"/>
                </a:solidFill>
                <a:latin typeface="Times New Roman" panose="02020603050405020304" pitchFamily="18" charset="0"/>
              </a:defRPr>
            </a:lvl3pPr>
            <a:lvl4pPr marL="1600200" indent="-228600">
              <a:tabLst>
                <a:tab pos="1200150" algn="l"/>
              </a:tabLst>
              <a:defRPr>
                <a:solidFill>
                  <a:schemeClr val="tx1"/>
                </a:solidFill>
                <a:latin typeface="Times New Roman" panose="02020603050405020304" pitchFamily="18" charset="0"/>
              </a:defRPr>
            </a:lvl4pPr>
            <a:lvl5pPr marL="2057400" indent="-228600">
              <a:tabLst>
                <a:tab pos="1200150" algn="l"/>
              </a:tabLst>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9pPr>
          </a:lstStyle>
          <a:p>
            <a:r>
              <a:rPr lang="en-US" altLang="en-US" b="1" dirty="0">
                <a:solidFill>
                  <a:srgbClr val="000000"/>
                </a:solidFill>
                <a:latin typeface="Courier New" panose="02070309020205020404" pitchFamily="49" charset="0"/>
              </a:rPr>
              <a:t>SELECT last_name,</a:t>
            </a:r>
          </a:p>
          <a:p>
            <a:r>
              <a:rPr lang="en-US" altLang="en-US" b="1" dirty="0">
                <a:solidFill>
                  <a:srgbClr val="000000"/>
                </a:solidFill>
                <a:latin typeface="Courier New" panose="02070309020205020404" pitchFamily="49" charset="0"/>
              </a:rPr>
              <a:t>  UPPER(CONCAT(SUBSTR (LAST_NAME, 1, 8), '_US'))</a:t>
            </a:r>
          </a:p>
          <a:p>
            <a:r>
              <a:rPr lang="en-US" altLang="en-US" b="1" dirty="0">
                <a:solidFill>
                  <a:srgbClr val="000000"/>
                </a:solidFill>
                <a:latin typeface="Courier New" panose="02070309020205020404" pitchFamily="49" charset="0"/>
              </a:rPr>
              <a:t>FROM   employees</a:t>
            </a:r>
          </a:p>
          <a:p>
            <a:r>
              <a:rPr lang="en-US" altLang="en-US" b="1" dirty="0">
                <a:solidFill>
                  <a:srgbClr val="000000"/>
                </a:solidFill>
                <a:latin typeface="Courier New" panose="02070309020205020404" pitchFamily="49" charset="0"/>
              </a:rPr>
              <a:t>WHERE  </a:t>
            </a:r>
            <a:r>
              <a:rPr lang="en-US" altLang="en-US" b="1" dirty="0" err="1">
                <a:solidFill>
                  <a:srgbClr val="000000"/>
                </a:solidFill>
                <a:latin typeface="Courier New" panose="02070309020205020404" pitchFamily="49" charset="0"/>
              </a:rPr>
              <a:t>department_id</a:t>
            </a:r>
            <a:r>
              <a:rPr lang="en-US" altLang="en-US" b="1" dirty="0">
                <a:solidFill>
                  <a:srgbClr val="000000"/>
                </a:solidFill>
                <a:latin typeface="Courier New" panose="02070309020205020404" pitchFamily="49" charset="0"/>
              </a:rPr>
              <a:t> = 60;</a:t>
            </a:r>
          </a:p>
        </p:txBody>
      </p:sp>
      <p:sp>
        <p:nvSpPr>
          <p:cNvPr id="16" name="Rectangle 5">
            <a:extLst>
              <a:ext uri="{FF2B5EF4-FFF2-40B4-BE49-F238E27FC236}">
                <a16:creationId xmlns:a16="http://schemas.microsoft.com/office/drawing/2014/main" id="{0BE2FA07-7126-4455-BD8A-9E118B7E6863}"/>
              </a:ext>
            </a:extLst>
          </p:cNvPr>
          <p:cNvSpPr>
            <a:spLocks noChangeArrowheads="1"/>
          </p:cNvSpPr>
          <p:nvPr/>
        </p:nvSpPr>
        <p:spPr bwMode="gray">
          <a:xfrm>
            <a:off x="614460" y="4974591"/>
            <a:ext cx="6437312" cy="30162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b="1">
              <a:latin typeface="Arial" panose="020B0604020202020204" pitchFamily="34" charset="0"/>
            </a:endParaRPr>
          </a:p>
        </p:txBody>
      </p:sp>
      <p:pic>
        <p:nvPicPr>
          <p:cNvPr id="17" name="Picture 7" descr="C:\project-SQLFund1\images\img-04-22.gif">
            <a:extLst>
              <a:ext uri="{FF2B5EF4-FFF2-40B4-BE49-F238E27FC236}">
                <a16:creationId xmlns:a16="http://schemas.microsoft.com/office/drawing/2014/main" id="{DF365481-9692-499F-93DE-7A0FEEDB74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7978872" y="4798275"/>
            <a:ext cx="362416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4840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DB53FE-141F-4D41-BB28-B34208BC01D3}"/>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5946F21A-494A-44D7-8368-7523665D5E3B}"/>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528122BB-791F-468F-9A88-FF6327BDEA7F}"/>
              </a:ext>
            </a:extLst>
          </p:cNvPr>
          <p:cNvSpPr>
            <a:spLocks noGrp="1"/>
          </p:cNvSpPr>
          <p:nvPr>
            <p:ph type="sldNum" sz="quarter" idx="4"/>
          </p:nvPr>
        </p:nvSpPr>
        <p:spPr/>
        <p:txBody>
          <a:bodyPr/>
          <a:lstStyle/>
          <a:p>
            <a:fld id="{48F63A3B-78C7-47BE-AE5E-E10140E04643}" type="slidenum">
              <a:rPr lang="en-US" smtClean="0"/>
              <a:pPr/>
              <a:t>16</a:t>
            </a:fld>
            <a:endParaRPr lang="en-US" dirty="0"/>
          </a:p>
        </p:txBody>
      </p:sp>
      <p:sp>
        <p:nvSpPr>
          <p:cNvPr id="5" name="Rectangle 4">
            <a:extLst>
              <a:ext uri="{FF2B5EF4-FFF2-40B4-BE49-F238E27FC236}">
                <a16:creationId xmlns:a16="http://schemas.microsoft.com/office/drawing/2014/main" id="{93BB9C95-F9AF-43F2-BADC-EEB2182BFB88}"/>
              </a:ext>
            </a:extLst>
          </p:cNvPr>
          <p:cNvSpPr txBox="1">
            <a:spLocks noChangeArrowheads="1"/>
          </p:cNvSpPr>
          <p:nvPr/>
        </p:nvSpPr>
        <p:spPr bwMode="auto">
          <a:xfrm>
            <a:off x="2229168" y="155360"/>
            <a:ext cx="7100887"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defRPr sz="2800">
                <a:solidFill>
                  <a:schemeClr val="tx1"/>
                </a:solidFill>
                <a:latin typeface="Times New Roman" panose="02020603050405020304" pitchFamily="18" charset="0"/>
              </a:defRPr>
            </a:lvl1pPr>
            <a:lvl2pPr marL="742950" indent="-285750">
              <a:lnSpc>
                <a:spcPct val="90000"/>
              </a:lnSpc>
              <a:spcBef>
                <a:spcPts val="500"/>
              </a:spcBef>
              <a:defRPr sz="2400">
                <a:solidFill>
                  <a:schemeClr val="tx1"/>
                </a:solidFill>
                <a:latin typeface="Times New Roman" panose="02020603050405020304" pitchFamily="18" charset="0"/>
              </a:defRPr>
            </a:lvl2pPr>
            <a:lvl3pPr marL="1143000" indent="-228600">
              <a:lnSpc>
                <a:spcPct val="90000"/>
              </a:lnSpc>
              <a:spcBef>
                <a:spcPts val="500"/>
              </a:spcBef>
              <a:defRPr sz="2000">
                <a:solidFill>
                  <a:schemeClr val="tx1"/>
                </a:solidFill>
                <a:latin typeface="Times New Roman" panose="02020603050405020304" pitchFamily="18" charset="0"/>
              </a:defRPr>
            </a:lvl3pPr>
            <a:lvl4pPr marL="1600200" indent="-228600">
              <a:lnSpc>
                <a:spcPct val="90000"/>
              </a:lnSpc>
              <a:spcBef>
                <a:spcPts val="500"/>
              </a:spcBef>
              <a:defRPr>
                <a:solidFill>
                  <a:schemeClr val="tx1"/>
                </a:solidFill>
                <a:latin typeface="Times New Roman" panose="02020603050405020304" pitchFamily="18" charset="0"/>
              </a:defRPr>
            </a:lvl4pPr>
            <a:lvl5pPr marL="2057400" indent="-228600">
              <a:lnSpc>
                <a:spcPct val="90000"/>
              </a:lnSpc>
              <a:spcBef>
                <a:spcPts val="500"/>
              </a:spcBef>
              <a:defRPr>
                <a:solidFill>
                  <a:schemeClr val="tx1"/>
                </a:solidFill>
                <a:latin typeface="Times New Roman" panose="02020603050405020304" pitchFamily="18" charset="0"/>
              </a:defRPr>
            </a:lvl5pPr>
            <a:lvl6pPr marL="25146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algn="ctr" defTabSz="685800">
              <a:spcBef>
                <a:spcPct val="0"/>
              </a:spcBef>
            </a:pPr>
            <a:r>
              <a:rPr lang="en-US" altLang="en-US" sz="3600" b="1" dirty="0">
                <a:solidFill>
                  <a:schemeClr val="accent6">
                    <a:lumMod val="75000"/>
                    <a:lumOff val="25000"/>
                  </a:schemeClr>
                </a:solidFill>
                <a:latin typeface="Arial Black" panose="020B0A04020102020204" pitchFamily="34" charset="0"/>
                <a:cs typeface="Arial" pitchFamily="34" charset="0"/>
              </a:rPr>
              <a:t>General Functions</a:t>
            </a:r>
          </a:p>
        </p:txBody>
      </p:sp>
      <p:sp>
        <p:nvSpPr>
          <p:cNvPr id="6" name="Rectangle 5">
            <a:extLst>
              <a:ext uri="{FF2B5EF4-FFF2-40B4-BE49-F238E27FC236}">
                <a16:creationId xmlns:a16="http://schemas.microsoft.com/office/drawing/2014/main" id="{E89AE672-2781-433E-87CB-2FEDADDE69AC}"/>
              </a:ext>
            </a:extLst>
          </p:cNvPr>
          <p:cNvSpPr txBox="1">
            <a:spLocks noChangeArrowheads="1"/>
          </p:cNvSpPr>
          <p:nvPr/>
        </p:nvSpPr>
        <p:spPr bwMode="auto">
          <a:xfrm>
            <a:off x="102870" y="1035050"/>
            <a:ext cx="11932919" cy="5217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defRPr sz="2800">
                <a:solidFill>
                  <a:schemeClr val="tx1"/>
                </a:solidFill>
                <a:latin typeface="Times New Roman" panose="02020603050405020304" pitchFamily="18" charset="0"/>
              </a:defRPr>
            </a:lvl1pPr>
            <a:lvl2pPr>
              <a:lnSpc>
                <a:spcPct val="90000"/>
              </a:lnSpc>
              <a:spcBef>
                <a:spcPts val="500"/>
              </a:spcBef>
              <a:defRPr sz="2400">
                <a:solidFill>
                  <a:schemeClr val="tx1"/>
                </a:solidFill>
                <a:latin typeface="Times New Roman" panose="02020603050405020304" pitchFamily="18" charset="0"/>
              </a:defRPr>
            </a:lvl2pPr>
            <a:lvl3pPr marL="1143000" indent="-228600">
              <a:lnSpc>
                <a:spcPct val="90000"/>
              </a:lnSpc>
              <a:spcBef>
                <a:spcPts val="500"/>
              </a:spcBef>
              <a:defRPr sz="2000">
                <a:solidFill>
                  <a:schemeClr val="tx1"/>
                </a:solidFill>
                <a:latin typeface="Times New Roman" panose="02020603050405020304" pitchFamily="18" charset="0"/>
              </a:defRPr>
            </a:lvl3pPr>
            <a:lvl4pPr marL="1600200" indent="-228600">
              <a:lnSpc>
                <a:spcPct val="90000"/>
              </a:lnSpc>
              <a:spcBef>
                <a:spcPts val="500"/>
              </a:spcBef>
              <a:defRPr>
                <a:solidFill>
                  <a:schemeClr val="tx1"/>
                </a:solidFill>
                <a:latin typeface="Times New Roman" panose="02020603050405020304" pitchFamily="18" charset="0"/>
              </a:defRPr>
            </a:lvl4pPr>
            <a:lvl5pPr marL="2057400" indent="-228600">
              <a:lnSpc>
                <a:spcPct val="90000"/>
              </a:lnSpc>
              <a:spcBef>
                <a:spcPts val="500"/>
              </a:spcBef>
              <a:defRPr>
                <a:solidFill>
                  <a:schemeClr val="tx1"/>
                </a:solidFill>
                <a:latin typeface="Times New Roman" panose="02020603050405020304" pitchFamily="18" charset="0"/>
              </a:defRPr>
            </a:lvl5pPr>
            <a:lvl6pPr marL="25146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defTabSz="914400" eaLnBrk="1" hangingPunct="1">
              <a:lnSpc>
                <a:spcPct val="150000"/>
              </a:lnSpc>
            </a:pPr>
            <a:r>
              <a:rPr lang="en-US" altLang="en-US" sz="2200" dirty="0">
                <a:latin typeface="Tahoma" panose="020B0604030504040204" pitchFamily="34" charset="0"/>
                <a:ea typeface="Tahoma" panose="020B0604030504040204" pitchFamily="34" charset="0"/>
                <a:cs typeface="Tahoma" panose="020B0604030504040204" pitchFamily="34" charset="0"/>
              </a:rPr>
              <a:t>The following functions work with any data type and pertain to using nulls:</a:t>
            </a:r>
          </a:p>
          <a:p>
            <a:pPr>
              <a:lnSpc>
                <a:spcPct val="150000"/>
              </a:lnSpc>
            </a:pPr>
            <a:r>
              <a:rPr lang="en-US" altLang="en-US" sz="2200" b="1" dirty="0">
                <a:solidFill>
                  <a:srgbClr val="FF0000"/>
                </a:solidFill>
                <a:latin typeface="Tahoma" panose="020B0604030504040204" pitchFamily="34" charset="0"/>
                <a:ea typeface="Tahoma" panose="020B0604030504040204" pitchFamily="34" charset="0"/>
                <a:cs typeface="Tahoma" panose="020B0604030504040204" pitchFamily="34" charset="0"/>
              </a:rPr>
              <a:t>1</a:t>
            </a:r>
            <a:r>
              <a:rPr lang="en-US" altLang="en-US" sz="2200" b="1" dirty="0">
                <a:latin typeface="Tahoma" panose="020B0604030504040204" pitchFamily="34" charset="0"/>
                <a:ea typeface="Tahoma" panose="020B0604030504040204" pitchFamily="34" charset="0"/>
                <a:cs typeface="Tahoma" panose="020B0604030504040204" pitchFamily="34" charset="0"/>
              </a:rPr>
              <a:t>. NVL (expr1, expr2) </a:t>
            </a:r>
            <a:r>
              <a:rPr lang="en-US" altLang="en-US" sz="2200" b="1" dirty="0">
                <a:solidFill>
                  <a:srgbClr val="FF0000"/>
                </a:solidFill>
                <a:latin typeface="Tahoma" panose="020B0604030504040204" pitchFamily="34" charset="0"/>
                <a:ea typeface="Tahoma" panose="020B0604030504040204" pitchFamily="34" charset="0"/>
                <a:cs typeface="Tahoma" panose="020B0604030504040204" pitchFamily="34" charset="0"/>
              </a:rPr>
              <a:t>2. </a:t>
            </a:r>
            <a:r>
              <a:rPr lang="en-US" altLang="en-US" sz="2200" b="1" dirty="0">
                <a:latin typeface="Tahoma" panose="020B0604030504040204" pitchFamily="34" charset="0"/>
                <a:ea typeface="Tahoma" panose="020B0604030504040204" pitchFamily="34" charset="0"/>
                <a:cs typeface="Tahoma" panose="020B0604030504040204" pitchFamily="34" charset="0"/>
              </a:rPr>
              <a:t>NVL2 (expr1, expr2, expr3) </a:t>
            </a:r>
            <a:r>
              <a:rPr lang="en-US" altLang="en-US" sz="2200" b="1" dirty="0">
                <a:solidFill>
                  <a:srgbClr val="FF0000"/>
                </a:solidFill>
                <a:latin typeface="Tahoma" panose="020B0604030504040204" pitchFamily="34" charset="0"/>
                <a:ea typeface="Tahoma" panose="020B0604030504040204" pitchFamily="34" charset="0"/>
                <a:cs typeface="Tahoma" panose="020B0604030504040204" pitchFamily="34" charset="0"/>
              </a:rPr>
              <a:t>3. </a:t>
            </a:r>
            <a:r>
              <a:rPr lang="en-US" altLang="en-US" sz="2200" b="1" dirty="0">
                <a:latin typeface="Tahoma" panose="020B0604030504040204" pitchFamily="34" charset="0"/>
                <a:ea typeface="Tahoma" panose="020B0604030504040204" pitchFamily="34" charset="0"/>
                <a:cs typeface="Tahoma" panose="020B0604030504040204" pitchFamily="34" charset="0"/>
              </a:rPr>
              <a:t>NULLIF (expr1, expr2)</a:t>
            </a:r>
          </a:p>
          <a:p>
            <a:pPr>
              <a:lnSpc>
                <a:spcPct val="150000"/>
              </a:lnSpc>
            </a:pPr>
            <a:r>
              <a:rPr lang="en-US" altLang="en-US" sz="2200" b="1" dirty="0">
                <a:solidFill>
                  <a:srgbClr val="FF0000"/>
                </a:solidFill>
                <a:latin typeface="Tahoma" panose="020B0604030504040204" pitchFamily="34" charset="0"/>
                <a:ea typeface="Tahoma" panose="020B0604030504040204" pitchFamily="34" charset="0"/>
                <a:cs typeface="Tahoma" panose="020B0604030504040204" pitchFamily="34" charset="0"/>
              </a:rPr>
              <a:t>4. </a:t>
            </a:r>
            <a:r>
              <a:rPr lang="en-US" altLang="en-US" sz="2200" b="1" dirty="0">
                <a:latin typeface="Tahoma" panose="020B0604030504040204" pitchFamily="34" charset="0"/>
                <a:ea typeface="Tahoma" panose="020B0604030504040204" pitchFamily="34" charset="0"/>
                <a:cs typeface="Tahoma" panose="020B0604030504040204" pitchFamily="34" charset="0"/>
              </a:rPr>
              <a:t>COALESCE (expr1, expr2, ..., </a:t>
            </a:r>
            <a:r>
              <a:rPr lang="en-US" altLang="en-US" sz="2200" b="1" dirty="0" err="1">
                <a:latin typeface="Tahoma" panose="020B0604030504040204" pitchFamily="34" charset="0"/>
                <a:ea typeface="Tahoma" panose="020B0604030504040204" pitchFamily="34" charset="0"/>
                <a:cs typeface="Tahoma" panose="020B0604030504040204" pitchFamily="34" charset="0"/>
              </a:rPr>
              <a:t>exprn</a:t>
            </a:r>
            <a:r>
              <a:rPr lang="en-US" altLang="en-US" sz="2200" b="1" dirty="0">
                <a:latin typeface="Tahoma" panose="020B0604030504040204" pitchFamily="34" charset="0"/>
                <a:ea typeface="Tahoma" panose="020B0604030504040204" pitchFamily="34" charset="0"/>
                <a:cs typeface="Tahoma" panose="020B0604030504040204" pitchFamily="34" charset="0"/>
              </a:rPr>
              <a:t>)</a:t>
            </a:r>
          </a:p>
          <a:p>
            <a:pPr defTabSz="914400" eaLnBrk="1" hangingPunct="1">
              <a:lnSpc>
                <a:spcPct val="200000"/>
              </a:lnSpc>
            </a:pPr>
            <a:r>
              <a:rPr lang="en-US" altLang="en-US" sz="2200" dirty="0">
                <a:latin typeface="Tahoma" panose="020B0604030504040204" pitchFamily="34" charset="0"/>
                <a:ea typeface="Tahoma" panose="020B0604030504040204" pitchFamily="34" charset="0"/>
                <a:cs typeface="Tahoma" panose="020B0604030504040204" pitchFamily="34" charset="0"/>
              </a:rPr>
              <a:t>NVL function Converts a null value to an actual value: </a:t>
            </a:r>
          </a:p>
          <a:p>
            <a:pPr defTabSz="914400" eaLnBrk="1" hangingPunct="1">
              <a:lnSpc>
                <a:spcPct val="200000"/>
              </a:lnSpc>
            </a:pPr>
            <a:r>
              <a:rPr lang="en-US" altLang="en-US" sz="2200" dirty="0">
                <a:latin typeface="Tahoma" panose="020B0604030504040204" pitchFamily="34" charset="0"/>
                <a:ea typeface="Tahoma" panose="020B0604030504040204" pitchFamily="34" charset="0"/>
                <a:cs typeface="Tahoma" panose="020B0604030504040204" pitchFamily="34" charset="0"/>
              </a:rPr>
              <a:t>Data types that can be used are date, character, and number. Data types must match:</a:t>
            </a:r>
          </a:p>
          <a:p>
            <a:pPr>
              <a:lnSpc>
                <a:spcPct val="200000"/>
              </a:lnSpc>
            </a:pPr>
            <a:r>
              <a:rPr lang="en-US" altLang="en-US" sz="2200" b="1" dirty="0">
                <a:solidFill>
                  <a:srgbClr val="FF0000"/>
                </a:solidFill>
                <a:latin typeface="Tahoma" panose="020B0604030504040204" pitchFamily="34" charset="0"/>
                <a:ea typeface="Tahoma" panose="020B0604030504040204" pitchFamily="34" charset="0"/>
                <a:cs typeface="Tahoma" panose="020B0604030504040204" pitchFamily="34" charset="0"/>
              </a:rPr>
              <a:t>1. </a:t>
            </a:r>
            <a:r>
              <a:rPr lang="en-US" altLang="en-US" sz="2200" b="1" dirty="0">
                <a:latin typeface="Tahoma" panose="020B0604030504040204" pitchFamily="34" charset="0"/>
                <a:ea typeface="Tahoma" panose="020B0604030504040204" pitchFamily="34" charset="0"/>
                <a:cs typeface="Tahoma" panose="020B0604030504040204" pitchFamily="34" charset="0"/>
              </a:rPr>
              <a:t>NVL(commission_pct,0) </a:t>
            </a:r>
            <a:r>
              <a:rPr lang="en-US" altLang="en-US" sz="2200" b="1" dirty="0">
                <a:solidFill>
                  <a:srgbClr val="FF0000"/>
                </a:solidFill>
                <a:latin typeface="Tahoma" panose="020B0604030504040204" pitchFamily="34" charset="0"/>
                <a:ea typeface="Tahoma" panose="020B0604030504040204" pitchFamily="34" charset="0"/>
                <a:cs typeface="Tahoma" panose="020B0604030504040204" pitchFamily="34" charset="0"/>
              </a:rPr>
              <a:t>2. </a:t>
            </a:r>
            <a:r>
              <a:rPr lang="en-US" altLang="en-US" sz="2200" b="1" dirty="0">
                <a:latin typeface="Tahoma" panose="020B0604030504040204" pitchFamily="34" charset="0"/>
                <a:ea typeface="Tahoma" panose="020B0604030504040204" pitchFamily="34" charset="0"/>
                <a:cs typeface="Tahoma" panose="020B0604030504040204" pitchFamily="34" charset="0"/>
              </a:rPr>
              <a:t>NVL(hire_date,'01-JAN-97’)</a:t>
            </a:r>
          </a:p>
          <a:p>
            <a:pPr>
              <a:lnSpc>
                <a:spcPct val="200000"/>
              </a:lnSpc>
            </a:pPr>
            <a:r>
              <a:rPr lang="en-US" altLang="en-US" sz="2200" b="1" dirty="0">
                <a:solidFill>
                  <a:srgbClr val="FF0000"/>
                </a:solidFill>
                <a:latin typeface="Tahoma" panose="020B0604030504040204" pitchFamily="34" charset="0"/>
                <a:ea typeface="Tahoma" panose="020B0604030504040204" pitchFamily="34" charset="0"/>
                <a:cs typeface="Tahoma" panose="020B0604030504040204" pitchFamily="34" charset="0"/>
              </a:rPr>
              <a:t>3. </a:t>
            </a:r>
            <a:r>
              <a:rPr lang="en-US" altLang="en-US" sz="2200" b="1" dirty="0">
                <a:latin typeface="Tahoma" panose="020B0604030504040204" pitchFamily="34" charset="0"/>
                <a:ea typeface="Tahoma" panose="020B0604030504040204" pitchFamily="34" charset="0"/>
                <a:cs typeface="Tahoma" panose="020B0604030504040204" pitchFamily="34" charset="0"/>
              </a:rPr>
              <a:t>NVL(</a:t>
            </a:r>
            <a:r>
              <a:rPr lang="en-US" altLang="en-US" sz="2200" b="1" dirty="0" err="1">
                <a:latin typeface="Tahoma" panose="020B0604030504040204" pitchFamily="34" charset="0"/>
                <a:ea typeface="Tahoma" panose="020B0604030504040204" pitchFamily="34" charset="0"/>
                <a:cs typeface="Tahoma" panose="020B0604030504040204" pitchFamily="34" charset="0"/>
              </a:rPr>
              <a:t>job_id,'No</a:t>
            </a:r>
            <a:r>
              <a:rPr lang="en-US" altLang="en-US" sz="2200" b="1" dirty="0">
                <a:latin typeface="Tahoma" panose="020B0604030504040204" pitchFamily="34" charset="0"/>
                <a:ea typeface="Tahoma" panose="020B0604030504040204" pitchFamily="34" charset="0"/>
                <a:cs typeface="Tahoma" panose="020B0604030504040204" pitchFamily="34" charset="0"/>
              </a:rPr>
              <a:t> Job Yet')</a:t>
            </a:r>
          </a:p>
          <a:p>
            <a:pPr lvl="1" defTabSz="914400" eaLnBrk="1" hangingPunct="1">
              <a:lnSpc>
                <a:spcPct val="150000"/>
              </a:lnSpc>
            </a:pPr>
            <a:endParaRPr lang="en-US" altLang="en-US" sz="2200" b="1" dirty="0">
              <a:latin typeface="Courier New" panose="02070309020205020404" pitchFamily="49" charset="0"/>
            </a:endParaRPr>
          </a:p>
        </p:txBody>
      </p:sp>
    </p:spTree>
    <p:extLst>
      <p:ext uri="{BB962C8B-B14F-4D97-AF65-F5344CB8AC3E}">
        <p14:creationId xmlns:p14="http://schemas.microsoft.com/office/powerpoint/2010/main" val="1576148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E3403-F004-4858-99AA-07614E7B31FA}"/>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C4B7919E-EF03-4720-85A1-A67D441733DC}"/>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235F86A2-AD1A-4AAA-89A9-088588B67406}"/>
              </a:ext>
            </a:extLst>
          </p:cNvPr>
          <p:cNvSpPr>
            <a:spLocks noGrp="1"/>
          </p:cNvSpPr>
          <p:nvPr>
            <p:ph type="sldNum" sz="quarter" idx="4"/>
          </p:nvPr>
        </p:nvSpPr>
        <p:spPr/>
        <p:txBody>
          <a:bodyPr/>
          <a:lstStyle/>
          <a:p>
            <a:fld id="{48F63A3B-78C7-47BE-AE5E-E10140E04643}" type="slidenum">
              <a:rPr lang="en-US" smtClean="0"/>
              <a:pPr/>
              <a:t>17</a:t>
            </a:fld>
            <a:endParaRPr lang="en-US" dirty="0"/>
          </a:p>
        </p:txBody>
      </p:sp>
      <p:pic>
        <p:nvPicPr>
          <p:cNvPr id="19" name="Picture 20" descr="C:\project-SQLFund1\images\img-04-25.gif">
            <a:extLst>
              <a:ext uri="{FF2B5EF4-FFF2-40B4-BE49-F238E27FC236}">
                <a16:creationId xmlns:a16="http://schemas.microsoft.com/office/drawing/2014/main" id="{6B21D86E-4957-451B-B66C-3FAF5B41E6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75908" y="2119313"/>
            <a:ext cx="4972050"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2">
            <a:extLst>
              <a:ext uri="{FF2B5EF4-FFF2-40B4-BE49-F238E27FC236}">
                <a16:creationId xmlns:a16="http://schemas.microsoft.com/office/drawing/2014/main" id="{81C16A27-2DBE-4C11-A21F-668FF7DBE10C}"/>
              </a:ext>
            </a:extLst>
          </p:cNvPr>
          <p:cNvSpPr>
            <a:spLocks noChangeArrowheads="1"/>
          </p:cNvSpPr>
          <p:nvPr/>
        </p:nvSpPr>
        <p:spPr bwMode="blackGray">
          <a:xfrm>
            <a:off x="180182" y="1076856"/>
            <a:ext cx="7364412" cy="863600"/>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a:solidFill>
                  <a:schemeClr val="tx1"/>
                </a:solidFill>
                <a:latin typeface="Times New Roman" panose="02020603050405020304" pitchFamily="18" charset="0"/>
              </a:defRPr>
            </a:lvl1pPr>
            <a:lvl2pPr marL="742950" indent="-285750">
              <a:tabLst>
                <a:tab pos="1200150" algn="l"/>
              </a:tabLst>
              <a:defRPr>
                <a:solidFill>
                  <a:schemeClr val="tx1"/>
                </a:solidFill>
                <a:latin typeface="Times New Roman" panose="02020603050405020304" pitchFamily="18" charset="0"/>
              </a:defRPr>
            </a:lvl2pPr>
            <a:lvl3pPr marL="1143000" indent="-228600">
              <a:tabLst>
                <a:tab pos="1200150" algn="l"/>
              </a:tabLst>
              <a:defRPr>
                <a:solidFill>
                  <a:schemeClr val="tx1"/>
                </a:solidFill>
                <a:latin typeface="Times New Roman" panose="02020603050405020304" pitchFamily="18" charset="0"/>
              </a:defRPr>
            </a:lvl3pPr>
            <a:lvl4pPr marL="1600200" indent="-228600">
              <a:tabLst>
                <a:tab pos="1200150" algn="l"/>
              </a:tabLst>
              <a:defRPr>
                <a:solidFill>
                  <a:schemeClr val="tx1"/>
                </a:solidFill>
                <a:latin typeface="Times New Roman" panose="02020603050405020304" pitchFamily="18" charset="0"/>
              </a:defRPr>
            </a:lvl4pPr>
            <a:lvl5pPr marL="2057400" indent="-228600">
              <a:tabLst>
                <a:tab pos="1200150" algn="l"/>
              </a:tabLst>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9pPr>
          </a:lstStyle>
          <a:p>
            <a:r>
              <a:rPr lang="en-US" altLang="en-US" sz="1600" b="1">
                <a:solidFill>
                  <a:srgbClr val="000000"/>
                </a:solidFill>
                <a:latin typeface="Courier New" panose="02070309020205020404" pitchFamily="49" charset="0"/>
              </a:rPr>
              <a:t>SELECT last_name, salary, NVL(commission_pct, 0),</a:t>
            </a:r>
          </a:p>
          <a:p>
            <a:r>
              <a:rPr lang="en-US" altLang="en-US" sz="1600" b="1">
                <a:solidFill>
                  <a:srgbClr val="000000"/>
                </a:solidFill>
                <a:latin typeface="Courier New" panose="02070309020205020404" pitchFamily="49" charset="0"/>
              </a:rPr>
              <a:t>   (salary*12) + (salary*12*NVL(commission_pct, 0)) AN_SAL</a:t>
            </a:r>
          </a:p>
          <a:p>
            <a:r>
              <a:rPr lang="en-US" altLang="en-US" sz="1600" b="1">
                <a:solidFill>
                  <a:srgbClr val="000000"/>
                </a:solidFill>
                <a:latin typeface="Courier New" panose="02070309020205020404" pitchFamily="49" charset="0"/>
              </a:rPr>
              <a:t>FROM employees;</a:t>
            </a:r>
          </a:p>
        </p:txBody>
      </p:sp>
      <p:sp>
        <p:nvSpPr>
          <p:cNvPr id="21" name="Rectangle 4">
            <a:extLst>
              <a:ext uri="{FF2B5EF4-FFF2-40B4-BE49-F238E27FC236}">
                <a16:creationId xmlns:a16="http://schemas.microsoft.com/office/drawing/2014/main" id="{6721BBE5-B29B-47DD-8FEC-7B255C3C8E9A}"/>
              </a:ext>
            </a:extLst>
          </p:cNvPr>
          <p:cNvSpPr txBox="1">
            <a:spLocks noChangeArrowheads="1"/>
          </p:cNvSpPr>
          <p:nvPr/>
        </p:nvSpPr>
        <p:spPr>
          <a:xfrm>
            <a:off x="1758791" y="117900"/>
            <a:ext cx="9136381" cy="6794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en-US" sz="3600" b="1" dirty="0">
                <a:solidFill>
                  <a:schemeClr val="accent6">
                    <a:lumMod val="75000"/>
                    <a:lumOff val="25000"/>
                  </a:schemeClr>
                </a:solidFill>
                <a:latin typeface="Arial Black" panose="020B0A04020102020204" pitchFamily="34" charset="0"/>
                <a:ea typeface="+mn-ea"/>
                <a:cs typeface="Arial" pitchFamily="34" charset="0"/>
              </a:rPr>
              <a:t>Using the NVL and NVL2 Function</a:t>
            </a:r>
          </a:p>
        </p:txBody>
      </p:sp>
      <p:sp>
        <p:nvSpPr>
          <p:cNvPr id="22" name="Rectangle 5">
            <a:extLst>
              <a:ext uri="{FF2B5EF4-FFF2-40B4-BE49-F238E27FC236}">
                <a16:creationId xmlns:a16="http://schemas.microsoft.com/office/drawing/2014/main" id="{CE553469-C9B0-4049-BE45-EA6B30A4E1C1}"/>
              </a:ext>
            </a:extLst>
          </p:cNvPr>
          <p:cNvSpPr>
            <a:spLocks noChangeArrowheads="1"/>
          </p:cNvSpPr>
          <p:nvPr/>
        </p:nvSpPr>
        <p:spPr bwMode="gray">
          <a:xfrm>
            <a:off x="3339307" y="1107868"/>
            <a:ext cx="2784475" cy="2667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a:latin typeface="Arial" panose="020B0604020202020204" pitchFamily="34" charset="0"/>
            </a:endParaRPr>
          </a:p>
        </p:txBody>
      </p:sp>
      <p:sp>
        <p:nvSpPr>
          <p:cNvPr id="23" name="Text Box 6">
            <a:extLst>
              <a:ext uri="{FF2B5EF4-FFF2-40B4-BE49-F238E27FC236}">
                <a16:creationId xmlns:a16="http://schemas.microsoft.com/office/drawing/2014/main" id="{9D8AA72E-CC44-4D31-A9F4-0018087AC4E5}"/>
              </a:ext>
            </a:extLst>
          </p:cNvPr>
          <p:cNvSpPr txBox="1">
            <a:spLocks noChangeArrowheads="1"/>
          </p:cNvSpPr>
          <p:nvPr/>
        </p:nvSpPr>
        <p:spPr bwMode="auto">
          <a:xfrm>
            <a:off x="352108" y="5014913"/>
            <a:ext cx="366712"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defTabSz="822325">
              <a:defRPr>
                <a:solidFill>
                  <a:schemeClr val="tx1"/>
                </a:solidFill>
                <a:latin typeface="Times New Roman" panose="02020603050405020304" pitchFamily="18" charset="0"/>
              </a:defRPr>
            </a:lvl1pPr>
            <a:lvl2pPr marL="742950" indent="-285750" defTabSz="822325">
              <a:defRPr>
                <a:solidFill>
                  <a:schemeClr val="tx1"/>
                </a:solidFill>
                <a:latin typeface="Times New Roman" panose="02020603050405020304" pitchFamily="18" charset="0"/>
              </a:defRPr>
            </a:lvl2pPr>
            <a:lvl3pPr marL="1143000" indent="-228600" defTabSz="822325">
              <a:defRPr>
                <a:solidFill>
                  <a:schemeClr val="tx1"/>
                </a:solidFill>
                <a:latin typeface="Times New Roman" panose="02020603050405020304" pitchFamily="18" charset="0"/>
              </a:defRPr>
            </a:lvl3pPr>
            <a:lvl4pPr marL="1600200" indent="-228600" defTabSz="822325">
              <a:defRPr>
                <a:solidFill>
                  <a:schemeClr val="tx1"/>
                </a:solidFill>
                <a:latin typeface="Times New Roman" panose="02020603050405020304" pitchFamily="18" charset="0"/>
              </a:defRPr>
            </a:lvl4pPr>
            <a:lvl5pPr marL="2057400" indent="-228600" defTabSz="822325">
              <a:defRPr>
                <a:solidFill>
                  <a:schemeClr val="tx1"/>
                </a:solidFill>
                <a:latin typeface="Times New Roman" panose="02020603050405020304" pitchFamily="18" charset="0"/>
              </a:defRPr>
            </a:lvl5pPr>
            <a:lvl6pPr marL="2514600" indent="-228600" defTabSz="822325"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822325"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822325"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822325"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buClr>
                <a:srgbClr val="000000"/>
              </a:buClr>
              <a:buFont typeface="Arial" panose="020B0604020202020204" pitchFamily="34" charset="0"/>
              <a:buNone/>
            </a:pPr>
            <a:r>
              <a:rPr lang="en-US" altLang="en-US" sz="2400">
                <a:latin typeface="Arial" panose="020B0604020202020204" pitchFamily="34" charset="0"/>
              </a:rPr>
              <a:t>…</a:t>
            </a:r>
          </a:p>
        </p:txBody>
      </p:sp>
      <p:sp>
        <p:nvSpPr>
          <p:cNvPr id="24" name="Rectangle 9">
            <a:extLst>
              <a:ext uri="{FF2B5EF4-FFF2-40B4-BE49-F238E27FC236}">
                <a16:creationId xmlns:a16="http://schemas.microsoft.com/office/drawing/2014/main" id="{8E1E59AD-437F-4F60-9913-0ECDD95E8BA4}"/>
              </a:ext>
            </a:extLst>
          </p:cNvPr>
          <p:cNvSpPr>
            <a:spLocks noChangeArrowheads="1"/>
          </p:cNvSpPr>
          <p:nvPr/>
        </p:nvSpPr>
        <p:spPr bwMode="gray">
          <a:xfrm>
            <a:off x="661194" y="1381656"/>
            <a:ext cx="6750050" cy="2667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a:latin typeface="Arial" panose="020B0604020202020204" pitchFamily="34" charset="0"/>
            </a:endParaRPr>
          </a:p>
        </p:txBody>
      </p:sp>
      <p:sp>
        <p:nvSpPr>
          <p:cNvPr id="25" name="Line 11">
            <a:extLst>
              <a:ext uri="{FF2B5EF4-FFF2-40B4-BE49-F238E27FC236}">
                <a16:creationId xmlns:a16="http://schemas.microsoft.com/office/drawing/2014/main" id="{79D0F522-EC4A-489E-BCBF-A810491408BF}"/>
              </a:ext>
            </a:extLst>
          </p:cNvPr>
          <p:cNvSpPr>
            <a:spLocks noChangeShapeType="1"/>
          </p:cNvSpPr>
          <p:nvPr/>
        </p:nvSpPr>
        <p:spPr bwMode="gray">
          <a:xfrm rot="10798585" flipH="1">
            <a:off x="3400108" y="4938713"/>
            <a:ext cx="0" cy="219075"/>
          </a:xfrm>
          <a:prstGeom prst="line">
            <a:avLst/>
          </a:prstGeom>
          <a:noFill/>
          <a:ln w="28575">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12">
            <a:extLst>
              <a:ext uri="{FF2B5EF4-FFF2-40B4-BE49-F238E27FC236}">
                <a16:creationId xmlns:a16="http://schemas.microsoft.com/office/drawing/2014/main" id="{00E7978C-6523-49C0-ABE0-BE2ED1DD1FE8}"/>
              </a:ext>
            </a:extLst>
          </p:cNvPr>
          <p:cNvSpPr>
            <a:spLocks noChangeShapeType="1"/>
          </p:cNvSpPr>
          <p:nvPr/>
        </p:nvSpPr>
        <p:spPr bwMode="gray">
          <a:xfrm rot="10798585">
            <a:off x="4693920" y="4938713"/>
            <a:ext cx="0" cy="304800"/>
          </a:xfrm>
          <a:prstGeom prst="line">
            <a:avLst/>
          </a:prstGeom>
          <a:noFill/>
          <a:ln w="28575">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Oval 13">
            <a:extLst>
              <a:ext uri="{FF2B5EF4-FFF2-40B4-BE49-F238E27FC236}">
                <a16:creationId xmlns:a16="http://schemas.microsoft.com/office/drawing/2014/main" id="{FABC2E6E-9F11-46F5-9050-7EE51EE19504}"/>
              </a:ext>
            </a:extLst>
          </p:cNvPr>
          <p:cNvSpPr>
            <a:spLocks noChangeArrowheads="1"/>
          </p:cNvSpPr>
          <p:nvPr/>
        </p:nvSpPr>
        <p:spPr bwMode="blackWhite">
          <a:xfrm>
            <a:off x="6428582" y="803806"/>
            <a:ext cx="493712" cy="495300"/>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1</a:t>
            </a:r>
          </a:p>
        </p:txBody>
      </p:sp>
      <p:sp>
        <p:nvSpPr>
          <p:cNvPr id="28" name="Line 14">
            <a:extLst>
              <a:ext uri="{FF2B5EF4-FFF2-40B4-BE49-F238E27FC236}">
                <a16:creationId xmlns:a16="http://schemas.microsoft.com/office/drawing/2014/main" id="{6919740A-DF5E-48CC-ABCA-ECC967C7E68E}"/>
              </a:ext>
            </a:extLst>
          </p:cNvPr>
          <p:cNvSpPr>
            <a:spLocks noChangeShapeType="1"/>
          </p:cNvSpPr>
          <p:nvPr/>
        </p:nvSpPr>
        <p:spPr bwMode="gray">
          <a:xfrm>
            <a:off x="7411244" y="1553106"/>
            <a:ext cx="292100" cy="0"/>
          </a:xfrm>
          <a:prstGeom prst="line">
            <a:avLst/>
          </a:prstGeom>
          <a:noFill/>
          <a:ln w="28575">
            <a:solidFill>
              <a:srgbClr val="FF3300"/>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15">
            <a:extLst>
              <a:ext uri="{FF2B5EF4-FFF2-40B4-BE49-F238E27FC236}">
                <a16:creationId xmlns:a16="http://schemas.microsoft.com/office/drawing/2014/main" id="{A9941C64-8D4C-4EBE-B004-BBA2153B7772}"/>
              </a:ext>
            </a:extLst>
          </p:cNvPr>
          <p:cNvSpPr>
            <a:spLocks noChangeShapeType="1"/>
          </p:cNvSpPr>
          <p:nvPr/>
        </p:nvSpPr>
        <p:spPr bwMode="gray">
          <a:xfrm>
            <a:off x="6180932" y="1197506"/>
            <a:ext cx="292100" cy="0"/>
          </a:xfrm>
          <a:prstGeom prst="line">
            <a:avLst/>
          </a:prstGeom>
          <a:noFill/>
          <a:ln w="28575">
            <a:solidFill>
              <a:srgbClr val="FF3300"/>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Oval 16">
            <a:extLst>
              <a:ext uri="{FF2B5EF4-FFF2-40B4-BE49-F238E27FC236}">
                <a16:creationId xmlns:a16="http://schemas.microsoft.com/office/drawing/2014/main" id="{94FEA3EF-234B-4B4C-BB89-ED34E2A7FE14}"/>
              </a:ext>
            </a:extLst>
          </p:cNvPr>
          <p:cNvSpPr>
            <a:spLocks noChangeArrowheads="1"/>
          </p:cNvSpPr>
          <p:nvPr/>
        </p:nvSpPr>
        <p:spPr bwMode="blackWhite">
          <a:xfrm>
            <a:off x="3171508" y="5167313"/>
            <a:ext cx="493712" cy="492125"/>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dirty="0">
                <a:latin typeface="Arial" panose="020B0604020202020204" pitchFamily="34" charset="0"/>
              </a:rPr>
              <a:t>1</a:t>
            </a:r>
          </a:p>
        </p:txBody>
      </p:sp>
      <p:sp>
        <p:nvSpPr>
          <p:cNvPr id="31" name="Oval 17">
            <a:extLst>
              <a:ext uri="{FF2B5EF4-FFF2-40B4-BE49-F238E27FC236}">
                <a16:creationId xmlns:a16="http://schemas.microsoft.com/office/drawing/2014/main" id="{9AB50E4A-F515-46BB-B142-DA78AD530C42}"/>
              </a:ext>
            </a:extLst>
          </p:cNvPr>
          <p:cNvSpPr>
            <a:spLocks noChangeArrowheads="1"/>
          </p:cNvSpPr>
          <p:nvPr/>
        </p:nvSpPr>
        <p:spPr bwMode="blackWhite">
          <a:xfrm>
            <a:off x="4390708" y="5167313"/>
            <a:ext cx="504825" cy="501650"/>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2</a:t>
            </a:r>
          </a:p>
        </p:txBody>
      </p:sp>
      <p:sp>
        <p:nvSpPr>
          <p:cNvPr id="32" name="Oval 18">
            <a:extLst>
              <a:ext uri="{FF2B5EF4-FFF2-40B4-BE49-F238E27FC236}">
                <a16:creationId xmlns:a16="http://schemas.microsoft.com/office/drawing/2014/main" id="{F0EC5AFA-430C-4FF9-9B14-7BE2690BC4C0}"/>
              </a:ext>
            </a:extLst>
          </p:cNvPr>
          <p:cNvSpPr>
            <a:spLocks noChangeArrowheads="1"/>
          </p:cNvSpPr>
          <p:nvPr/>
        </p:nvSpPr>
        <p:spPr bwMode="blackWhite">
          <a:xfrm>
            <a:off x="7631907" y="1308631"/>
            <a:ext cx="504825" cy="501650"/>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2</a:t>
            </a:r>
          </a:p>
        </p:txBody>
      </p:sp>
      <p:pic>
        <p:nvPicPr>
          <p:cNvPr id="33" name="Picture 19" descr="C:\project-SQLFund1\images\img-04-26.gif">
            <a:extLst>
              <a:ext uri="{FF2B5EF4-FFF2-40B4-BE49-F238E27FC236}">
                <a16:creationId xmlns:a16="http://schemas.microsoft.com/office/drawing/2014/main" id="{32B1E6DD-DD68-4B81-997A-7DCF3F1731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5628800" y="3301738"/>
            <a:ext cx="44577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Rectangle 2">
            <a:extLst>
              <a:ext uri="{FF2B5EF4-FFF2-40B4-BE49-F238E27FC236}">
                <a16:creationId xmlns:a16="http://schemas.microsoft.com/office/drawing/2014/main" id="{C01D5023-569B-40A9-85AF-487CC7A3E78E}"/>
              </a:ext>
            </a:extLst>
          </p:cNvPr>
          <p:cNvSpPr>
            <a:spLocks noChangeArrowheads="1"/>
          </p:cNvSpPr>
          <p:nvPr/>
        </p:nvSpPr>
        <p:spPr bwMode="blackGray">
          <a:xfrm>
            <a:off x="5459732" y="2172338"/>
            <a:ext cx="6456360" cy="1004888"/>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a:solidFill>
                  <a:schemeClr val="tx1"/>
                </a:solidFill>
                <a:latin typeface="Times New Roman" panose="02020603050405020304" pitchFamily="18" charset="0"/>
              </a:defRPr>
            </a:lvl1pPr>
            <a:lvl2pPr marL="742950" indent="-285750">
              <a:tabLst>
                <a:tab pos="1200150" algn="l"/>
              </a:tabLst>
              <a:defRPr>
                <a:solidFill>
                  <a:schemeClr val="tx1"/>
                </a:solidFill>
                <a:latin typeface="Times New Roman" panose="02020603050405020304" pitchFamily="18" charset="0"/>
              </a:defRPr>
            </a:lvl2pPr>
            <a:lvl3pPr marL="1143000" indent="-228600">
              <a:tabLst>
                <a:tab pos="1200150" algn="l"/>
              </a:tabLst>
              <a:defRPr>
                <a:solidFill>
                  <a:schemeClr val="tx1"/>
                </a:solidFill>
                <a:latin typeface="Times New Roman" panose="02020603050405020304" pitchFamily="18" charset="0"/>
              </a:defRPr>
            </a:lvl3pPr>
            <a:lvl4pPr marL="1600200" indent="-228600">
              <a:tabLst>
                <a:tab pos="1200150" algn="l"/>
              </a:tabLst>
              <a:defRPr>
                <a:solidFill>
                  <a:schemeClr val="tx1"/>
                </a:solidFill>
                <a:latin typeface="Times New Roman" panose="02020603050405020304" pitchFamily="18" charset="0"/>
              </a:defRPr>
            </a:lvl4pPr>
            <a:lvl5pPr marL="2057400" indent="-228600">
              <a:tabLst>
                <a:tab pos="1200150" algn="l"/>
              </a:tabLst>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9pPr>
          </a:lstStyle>
          <a:p>
            <a:r>
              <a:rPr lang="en-US" altLang="en-US" sz="1600" b="1">
                <a:latin typeface="Courier New" panose="02070309020205020404" pitchFamily="49" charset="0"/>
              </a:rPr>
              <a:t>SELECT last_name,  salary, commission_pct,</a:t>
            </a:r>
          </a:p>
          <a:p>
            <a:r>
              <a:rPr lang="en-US" altLang="en-US" sz="1600" b="1">
                <a:latin typeface="Courier New" panose="02070309020205020404" pitchFamily="49" charset="0"/>
              </a:rPr>
              <a:t>       NVL2(commission_pct, </a:t>
            </a:r>
          </a:p>
          <a:p>
            <a:r>
              <a:rPr lang="en-US" altLang="en-US" sz="1600" b="1">
                <a:latin typeface="Courier New" panose="02070309020205020404" pitchFamily="49" charset="0"/>
              </a:rPr>
              <a:t>            'SAL+COMM', 'SAL') income</a:t>
            </a:r>
          </a:p>
          <a:p>
            <a:r>
              <a:rPr lang="en-US" altLang="en-US" sz="1600" b="1">
                <a:latin typeface="Courier New" panose="02070309020205020404" pitchFamily="49" charset="0"/>
              </a:rPr>
              <a:t>FROM   employees WHERE department_id IN (50, 80);</a:t>
            </a:r>
          </a:p>
        </p:txBody>
      </p:sp>
      <p:sp>
        <p:nvSpPr>
          <p:cNvPr id="35" name="Rectangle 6">
            <a:extLst>
              <a:ext uri="{FF2B5EF4-FFF2-40B4-BE49-F238E27FC236}">
                <a16:creationId xmlns:a16="http://schemas.microsoft.com/office/drawing/2014/main" id="{7970C396-00F3-471C-8B87-0B773ECE1D1D}"/>
              </a:ext>
            </a:extLst>
          </p:cNvPr>
          <p:cNvSpPr>
            <a:spLocks noChangeArrowheads="1"/>
          </p:cNvSpPr>
          <p:nvPr/>
        </p:nvSpPr>
        <p:spPr bwMode="gray">
          <a:xfrm>
            <a:off x="8828407" y="2213613"/>
            <a:ext cx="1797050" cy="2063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b="1">
              <a:latin typeface="Arial" panose="020B0604020202020204" pitchFamily="34" charset="0"/>
            </a:endParaRPr>
          </a:p>
        </p:txBody>
      </p:sp>
      <p:sp>
        <p:nvSpPr>
          <p:cNvPr id="36" name="Line 8">
            <a:extLst>
              <a:ext uri="{FF2B5EF4-FFF2-40B4-BE49-F238E27FC236}">
                <a16:creationId xmlns:a16="http://schemas.microsoft.com/office/drawing/2014/main" id="{F984E122-51D8-449C-9DD0-5F56308C66EA}"/>
              </a:ext>
            </a:extLst>
          </p:cNvPr>
          <p:cNvSpPr>
            <a:spLocks noChangeShapeType="1"/>
          </p:cNvSpPr>
          <p:nvPr/>
        </p:nvSpPr>
        <p:spPr bwMode="gray">
          <a:xfrm rot="10798585" flipH="1">
            <a:off x="7685087" y="5422479"/>
            <a:ext cx="1588" cy="444500"/>
          </a:xfrm>
          <a:prstGeom prst="line">
            <a:avLst/>
          </a:prstGeom>
          <a:noFill/>
          <a:ln w="28575">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9">
            <a:extLst>
              <a:ext uri="{FF2B5EF4-FFF2-40B4-BE49-F238E27FC236}">
                <a16:creationId xmlns:a16="http://schemas.microsoft.com/office/drawing/2014/main" id="{067AB162-3399-4D1F-ABA6-6EDFB2716EEE}"/>
              </a:ext>
            </a:extLst>
          </p:cNvPr>
          <p:cNvSpPr>
            <a:spLocks noChangeShapeType="1"/>
          </p:cNvSpPr>
          <p:nvPr/>
        </p:nvSpPr>
        <p:spPr bwMode="gray">
          <a:xfrm rot="10798585" flipH="1">
            <a:off x="8675687" y="5422479"/>
            <a:ext cx="1588" cy="522288"/>
          </a:xfrm>
          <a:prstGeom prst="line">
            <a:avLst/>
          </a:prstGeom>
          <a:noFill/>
          <a:ln w="28575">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Rectangle 11">
            <a:extLst>
              <a:ext uri="{FF2B5EF4-FFF2-40B4-BE49-F238E27FC236}">
                <a16:creationId xmlns:a16="http://schemas.microsoft.com/office/drawing/2014/main" id="{DC195449-AFCA-4DF1-B693-57DD8313E747}"/>
              </a:ext>
            </a:extLst>
          </p:cNvPr>
          <p:cNvSpPr>
            <a:spLocks noChangeArrowheads="1"/>
          </p:cNvSpPr>
          <p:nvPr/>
        </p:nvSpPr>
        <p:spPr bwMode="gray">
          <a:xfrm>
            <a:off x="6367782" y="2419988"/>
            <a:ext cx="3898900" cy="50165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b="1">
              <a:latin typeface="Arial" panose="020B0604020202020204" pitchFamily="34" charset="0"/>
            </a:endParaRPr>
          </a:p>
        </p:txBody>
      </p:sp>
      <p:sp>
        <p:nvSpPr>
          <p:cNvPr id="39" name="Line 12">
            <a:extLst>
              <a:ext uri="{FF2B5EF4-FFF2-40B4-BE49-F238E27FC236}">
                <a16:creationId xmlns:a16="http://schemas.microsoft.com/office/drawing/2014/main" id="{9F7981A5-8D06-427B-BBBE-682CAC042822}"/>
              </a:ext>
            </a:extLst>
          </p:cNvPr>
          <p:cNvSpPr>
            <a:spLocks noChangeShapeType="1"/>
          </p:cNvSpPr>
          <p:nvPr/>
        </p:nvSpPr>
        <p:spPr bwMode="gray">
          <a:xfrm>
            <a:off x="10625457" y="2302513"/>
            <a:ext cx="622300" cy="0"/>
          </a:xfrm>
          <a:prstGeom prst="line">
            <a:avLst/>
          </a:prstGeom>
          <a:noFill/>
          <a:ln w="28575">
            <a:solidFill>
              <a:srgbClr val="FF3300"/>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13">
            <a:extLst>
              <a:ext uri="{FF2B5EF4-FFF2-40B4-BE49-F238E27FC236}">
                <a16:creationId xmlns:a16="http://schemas.microsoft.com/office/drawing/2014/main" id="{46998288-FA86-4694-AE8B-2D87005BDA08}"/>
              </a:ext>
            </a:extLst>
          </p:cNvPr>
          <p:cNvSpPr>
            <a:spLocks noChangeShapeType="1"/>
          </p:cNvSpPr>
          <p:nvPr/>
        </p:nvSpPr>
        <p:spPr bwMode="gray">
          <a:xfrm>
            <a:off x="10284144" y="2689863"/>
            <a:ext cx="663575" cy="0"/>
          </a:xfrm>
          <a:prstGeom prst="line">
            <a:avLst/>
          </a:prstGeom>
          <a:noFill/>
          <a:ln w="28575">
            <a:solidFill>
              <a:srgbClr val="FF3300"/>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Oval 14">
            <a:extLst>
              <a:ext uri="{FF2B5EF4-FFF2-40B4-BE49-F238E27FC236}">
                <a16:creationId xmlns:a16="http://schemas.microsoft.com/office/drawing/2014/main" id="{78E426C9-BD6A-43D1-BFB7-0058E9412C8A}"/>
              </a:ext>
            </a:extLst>
          </p:cNvPr>
          <p:cNvSpPr>
            <a:spLocks noChangeArrowheads="1"/>
          </p:cNvSpPr>
          <p:nvPr/>
        </p:nvSpPr>
        <p:spPr bwMode="blackWhite">
          <a:xfrm>
            <a:off x="7456487" y="5803479"/>
            <a:ext cx="493713" cy="493713"/>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1</a:t>
            </a:r>
          </a:p>
        </p:txBody>
      </p:sp>
      <p:sp>
        <p:nvSpPr>
          <p:cNvPr id="42" name="Oval 15">
            <a:extLst>
              <a:ext uri="{FF2B5EF4-FFF2-40B4-BE49-F238E27FC236}">
                <a16:creationId xmlns:a16="http://schemas.microsoft.com/office/drawing/2014/main" id="{97DCD0D4-65E4-45A3-8A77-7ED6F0CCE7E6}"/>
              </a:ext>
            </a:extLst>
          </p:cNvPr>
          <p:cNvSpPr>
            <a:spLocks noChangeArrowheads="1"/>
          </p:cNvSpPr>
          <p:nvPr/>
        </p:nvSpPr>
        <p:spPr bwMode="blackWhite">
          <a:xfrm>
            <a:off x="8447087" y="5727279"/>
            <a:ext cx="504825" cy="503238"/>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2</a:t>
            </a:r>
          </a:p>
        </p:txBody>
      </p:sp>
      <p:sp>
        <p:nvSpPr>
          <p:cNvPr id="43" name="Oval 16">
            <a:extLst>
              <a:ext uri="{FF2B5EF4-FFF2-40B4-BE49-F238E27FC236}">
                <a16:creationId xmlns:a16="http://schemas.microsoft.com/office/drawing/2014/main" id="{7A0FC18C-0B85-4012-9141-231D360B7A87}"/>
              </a:ext>
            </a:extLst>
          </p:cNvPr>
          <p:cNvSpPr>
            <a:spLocks noChangeArrowheads="1"/>
          </p:cNvSpPr>
          <p:nvPr/>
        </p:nvSpPr>
        <p:spPr bwMode="blackWhite">
          <a:xfrm>
            <a:off x="10808019" y="2413638"/>
            <a:ext cx="504825" cy="503238"/>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2</a:t>
            </a:r>
          </a:p>
        </p:txBody>
      </p:sp>
      <p:sp>
        <p:nvSpPr>
          <p:cNvPr id="44" name="Oval 17">
            <a:extLst>
              <a:ext uri="{FF2B5EF4-FFF2-40B4-BE49-F238E27FC236}">
                <a16:creationId xmlns:a16="http://schemas.microsoft.com/office/drawing/2014/main" id="{99ADDF47-31AF-4BF0-8422-8CBE856B9D1F}"/>
              </a:ext>
            </a:extLst>
          </p:cNvPr>
          <p:cNvSpPr>
            <a:spLocks noChangeArrowheads="1"/>
          </p:cNvSpPr>
          <p:nvPr/>
        </p:nvSpPr>
        <p:spPr bwMode="blackWhite">
          <a:xfrm>
            <a:off x="11220769" y="2023113"/>
            <a:ext cx="493713" cy="493713"/>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1</a:t>
            </a:r>
          </a:p>
        </p:txBody>
      </p:sp>
    </p:spTree>
    <p:extLst>
      <p:ext uri="{BB962C8B-B14F-4D97-AF65-F5344CB8AC3E}">
        <p14:creationId xmlns:p14="http://schemas.microsoft.com/office/powerpoint/2010/main" val="1094967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E0A36E-FBE8-40C8-BA72-6268861D29D6}"/>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95E455A3-230E-491E-A889-4AD26A390CF3}"/>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82B24623-D51A-42D2-9458-3C112FE9BB02}"/>
              </a:ext>
            </a:extLst>
          </p:cNvPr>
          <p:cNvSpPr>
            <a:spLocks noGrp="1"/>
          </p:cNvSpPr>
          <p:nvPr>
            <p:ph type="sldNum" sz="quarter" idx="4"/>
          </p:nvPr>
        </p:nvSpPr>
        <p:spPr/>
        <p:txBody>
          <a:bodyPr/>
          <a:lstStyle/>
          <a:p>
            <a:fld id="{48F63A3B-78C7-47BE-AE5E-E10140E04643}" type="slidenum">
              <a:rPr lang="en-US" smtClean="0"/>
              <a:pPr/>
              <a:t>18</a:t>
            </a:fld>
            <a:endParaRPr lang="en-US" dirty="0"/>
          </a:p>
        </p:txBody>
      </p:sp>
      <p:pic>
        <p:nvPicPr>
          <p:cNvPr id="5" name="Picture 27" descr="C:\project-SQLFund1\images\img-04-27a.gif">
            <a:extLst>
              <a:ext uri="{FF2B5EF4-FFF2-40B4-BE49-F238E27FC236}">
                <a16:creationId xmlns:a16="http://schemas.microsoft.com/office/drawing/2014/main" id="{3158801D-C263-45BC-BFC3-200761A754F7}"/>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5498460" y="4949455"/>
            <a:ext cx="494982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6" name="Picture 26" descr="C:\project-SQLFund1\images\img-04-27.gif">
            <a:extLst>
              <a:ext uri="{FF2B5EF4-FFF2-40B4-BE49-F238E27FC236}">
                <a16:creationId xmlns:a16="http://schemas.microsoft.com/office/drawing/2014/main" id="{CCE47237-4921-4ED1-B99F-4C6F8639BB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5498460" y="2815855"/>
            <a:ext cx="4914900" cy="185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F255CA6B-1B84-41F5-BF57-33F16E66BF01}"/>
              </a:ext>
            </a:extLst>
          </p:cNvPr>
          <p:cNvSpPr>
            <a:spLocks noChangeArrowheads="1"/>
          </p:cNvSpPr>
          <p:nvPr/>
        </p:nvSpPr>
        <p:spPr bwMode="blackGray">
          <a:xfrm>
            <a:off x="4526910" y="1701430"/>
            <a:ext cx="7369175" cy="1071563"/>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a:solidFill>
                  <a:schemeClr val="tx1"/>
                </a:solidFill>
                <a:latin typeface="Times New Roman" panose="02020603050405020304" pitchFamily="18" charset="0"/>
              </a:defRPr>
            </a:lvl1pPr>
            <a:lvl2pPr marL="742950" indent="-285750">
              <a:tabLst>
                <a:tab pos="1200150" algn="l"/>
              </a:tabLst>
              <a:defRPr>
                <a:solidFill>
                  <a:schemeClr val="tx1"/>
                </a:solidFill>
                <a:latin typeface="Times New Roman" panose="02020603050405020304" pitchFamily="18" charset="0"/>
              </a:defRPr>
            </a:lvl2pPr>
            <a:lvl3pPr marL="1143000" indent="-228600">
              <a:tabLst>
                <a:tab pos="1200150" algn="l"/>
              </a:tabLst>
              <a:defRPr>
                <a:solidFill>
                  <a:schemeClr val="tx1"/>
                </a:solidFill>
                <a:latin typeface="Times New Roman" panose="02020603050405020304" pitchFamily="18" charset="0"/>
              </a:defRPr>
            </a:lvl3pPr>
            <a:lvl4pPr marL="1600200" indent="-228600">
              <a:tabLst>
                <a:tab pos="1200150" algn="l"/>
              </a:tabLst>
              <a:defRPr>
                <a:solidFill>
                  <a:schemeClr val="tx1"/>
                </a:solidFill>
                <a:latin typeface="Times New Roman" panose="02020603050405020304" pitchFamily="18" charset="0"/>
              </a:defRPr>
            </a:lvl4pPr>
            <a:lvl5pPr marL="2057400" indent="-228600">
              <a:tabLst>
                <a:tab pos="1200150" algn="l"/>
              </a:tabLst>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9pPr>
          </a:lstStyle>
          <a:p>
            <a:r>
              <a:rPr lang="en-US" altLang="en-US" sz="1600" b="1">
                <a:solidFill>
                  <a:srgbClr val="000000"/>
                </a:solidFill>
                <a:latin typeface="Courier New" panose="02070309020205020404" pitchFamily="49" charset="0"/>
              </a:rPr>
              <a:t>SELECT first_name, LENGTH(first_name) "expr1", </a:t>
            </a:r>
          </a:p>
          <a:p>
            <a:r>
              <a:rPr lang="en-US" altLang="en-US" sz="1600" b="1">
                <a:solidFill>
                  <a:srgbClr val="000000"/>
                </a:solidFill>
                <a:latin typeface="Courier New" panose="02070309020205020404" pitchFamily="49" charset="0"/>
              </a:rPr>
              <a:t>       last_name,  LENGTH(last_name)  "expr2",</a:t>
            </a:r>
          </a:p>
          <a:p>
            <a:r>
              <a:rPr lang="en-US" altLang="en-US" sz="1600" b="1">
                <a:solidFill>
                  <a:srgbClr val="000000"/>
                </a:solidFill>
                <a:latin typeface="Courier New" panose="02070309020205020404" pitchFamily="49" charset="0"/>
              </a:rPr>
              <a:t>       NULLIF(LENGTH(first_name), LENGTH(last_name)) result</a:t>
            </a:r>
          </a:p>
          <a:p>
            <a:r>
              <a:rPr lang="en-US" altLang="en-US" sz="1600" b="1">
                <a:solidFill>
                  <a:srgbClr val="000000"/>
                </a:solidFill>
                <a:latin typeface="Courier New" panose="02070309020205020404" pitchFamily="49" charset="0"/>
              </a:rPr>
              <a:t>FROM   employees;</a:t>
            </a:r>
          </a:p>
        </p:txBody>
      </p:sp>
      <p:sp>
        <p:nvSpPr>
          <p:cNvPr id="8" name="Rectangle 4">
            <a:extLst>
              <a:ext uri="{FF2B5EF4-FFF2-40B4-BE49-F238E27FC236}">
                <a16:creationId xmlns:a16="http://schemas.microsoft.com/office/drawing/2014/main" id="{2EB8B481-EF24-4B98-960D-646034A067D2}"/>
              </a:ext>
            </a:extLst>
          </p:cNvPr>
          <p:cNvSpPr txBox="1">
            <a:spLocks noChangeArrowheads="1"/>
          </p:cNvSpPr>
          <p:nvPr/>
        </p:nvSpPr>
        <p:spPr>
          <a:xfrm>
            <a:off x="1882861" y="120386"/>
            <a:ext cx="8287611" cy="816346"/>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Using the NULLIF Function</a:t>
            </a:r>
          </a:p>
        </p:txBody>
      </p:sp>
      <p:sp>
        <p:nvSpPr>
          <p:cNvPr id="9" name="Rectangle 5">
            <a:extLst>
              <a:ext uri="{FF2B5EF4-FFF2-40B4-BE49-F238E27FC236}">
                <a16:creationId xmlns:a16="http://schemas.microsoft.com/office/drawing/2014/main" id="{4E53E9F9-38DD-4EDA-B748-012324070036}"/>
              </a:ext>
            </a:extLst>
          </p:cNvPr>
          <p:cNvSpPr>
            <a:spLocks noChangeArrowheads="1"/>
          </p:cNvSpPr>
          <p:nvPr/>
        </p:nvSpPr>
        <p:spPr bwMode="gray">
          <a:xfrm>
            <a:off x="6946260" y="1722068"/>
            <a:ext cx="3435350" cy="230187"/>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a:latin typeface="Arial" panose="020B0604020202020204" pitchFamily="34" charset="0"/>
            </a:endParaRPr>
          </a:p>
        </p:txBody>
      </p:sp>
      <p:sp>
        <p:nvSpPr>
          <p:cNvPr id="10" name="Text Box 6">
            <a:extLst>
              <a:ext uri="{FF2B5EF4-FFF2-40B4-BE49-F238E27FC236}">
                <a16:creationId xmlns:a16="http://schemas.microsoft.com/office/drawing/2014/main" id="{099CBF19-D00F-42A7-A488-1AEF810E48C0}"/>
              </a:ext>
            </a:extLst>
          </p:cNvPr>
          <p:cNvSpPr txBox="1">
            <a:spLocks noChangeArrowheads="1"/>
          </p:cNvSpPr>
          <p:nvPr/>
        </p:nvSpPr>
        <p:spPr bwMode="auto">
          <a:xfrm>
            <a:off x="5574660" y="4568455"/>
            <a:ext cx="36671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defTabSz="822325">
              <a:defRPr>
                <a:solidFill>
                  <a:schemeClr val="tx1"/>
                </a:solidFill>
                <a:latin typeface="Times New Roman" panose="02020603050405020304" pitchFamily="18" charset="0"/>
              </a:defRPr>
            </a:lvl1pPr>
            <a:lvl2pPr marL="742950" indent="-285750" defTabSz="822325">
              <a:defRPr>
                <a:solidFill>
                  <a:schemeClr val="tx1"/>
                </a:solidFill>
                <a:latin typeface="Times New Roman" panose="02020603050405020304" pitchFamily="18" charset="0"/>
              </a:defRPr>
            </a:lvl2pPr>
            <a:lvl3pPr marL="1143000" indent="-228600" defTabSz="822325">
              <a:defRPr>
                <a:solidFill>
                  <a:schemeClr val="tx1"/>
                </a:solidFill>
                <a:latin typeface="Times New Roman" panose="02020603050405020304" pitchFamily="18" charset="0"/>
              </a:defRPr>
            </a:lvl3pPr>
            <a:lvl4pPr marL="1600200" indent="-228600" defTabSz="822325">
              <a:defRPr>
                <a:solidFill>
                  <a:schemeClr val="tx1"/>
                </a:solidFill>
                <a:latin typeface="Times New Roman" panose="02020603050405020304" pitchFamily="18" charset="0"/>
              </a:defRPr>
            </a:lvl4pPr>
            <a:lvl5pPr marL="2057400" indent="-228600" defTabSz="822325">
              <a:defRPr>
                <a:solidFill>
                  <a:schemeClr val="tx1"/>
                </a:solidFill>
                <a:latin typeface="Times New Roman" panose="02020603050405020304" pitchFamily="18" charset="0"/>
              </a:defRPr>
            </a:lvl5pPr>
            <a:lvl6pPr marL="2514600" indent="-228600" defTabSz="822325"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822325"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822325"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822325"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buClr>
                <a:srgbClr val="000000"/>
              </a:buClr>
              <a:buFont typeface="Arial" panose="020B0604020202020204" pitchFamily="34" charset="0"/>
              <a:buNone/>
            </a:pPr>
            <a:r>
              <a:rPr lang="en-US" altLang="en-US" sz="2400">
                <a:latin typeface="Arial" panose="020B0604020202020204" pitchFamily="34" charset="0"/>
              </a:rPr>
              <a:t>…</a:t>
            </a:r>
          </a:p>
        </p:txBody>
      </p:sp>
      <p:sp>
        <p:nvSpPr>
          <p:cNvPr id="11" name="Rectangle 11">
            <a:extLst>
              <a:ext uri="{FF2B5EF4-FFF2-40B4-BE49-F238E27FC236}">
                <a16:creationId xmlns:a16="http://schemas.microsoft.com/office/drawing/2014/main" id="{D6E14CB0-3FF6-404F-A2C0-54366FD3E73F}"/>
              </a:ext>
            </a:extLst>
          </p:cNvPr>
          <p:cNvSpPr>
            <a:spLocks noChangeArrowheads="1"/>
          </p:cNvSpPr>
          <p:nvPr/>
        </p:nvSpPr>
        <p:spPr bwMode="gray">
          <a:xfrm>
            <a:off x="6944673" y="1955430"/>
            <a:ext cx="3441700" cy="29845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a:latin typeface="Arial" panose="020B0604020202020204" pitchFamily="34" charset="0"/>
            </a:endParaRPr>
          </a:p>
        </p:txBody>
      </p:sp>
      <p:sp>
        <p:nvSpPr>
          <p:cNvPr id="12" name="Rectangle 12">
            <a:extLst>
              <a:ext uri="{FF2B5EF4-FFF2-40B4-BE49-F238E27FC236}">
                <a16:creationId xmlns:a16="http://schemas.microsoft.com/office/drawing/2014/main" id="{5B5DC5C3-678E-488F-A2B1-0F7E6E6A749A}"/>
              </a:ext>
            </a:extLst>
          </p:cNvPr>
          <p:cNvSpPr>
            <a:spLocks noChangeArrowheads="1"/>
          </p:cNvSpPr>
          <p:nvPr/>
        </p:nvSpPr>
        <p:spPr bwMode="gray">
          <a:xfrm>
            <a:off x="5427023" y="2253880"/>
            <a:ext cx="6464300" cy="24447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a:latin typeface="Arial" panose="020B0604020202020204" pitchFamily="34" charset="0"/>
            </a:endParaRPr>
          </a:p>
        </p:txBody>
      </p:sp>
      <p:sp>
        <p:nvSpPr>
          <p:cNvPr id="13" name="Line 13">
            <a:extLst>
              <a:ext uri="{FF2B5EF4-FFF2-40B4-BE49-F238E27FC236}">
                <a16:creationId xmlns:a16="http://schemas.microsoft.com/office/drawing/2014/main" id="{F3924947-B6F3-4FAB-BFAE-4E0A10532A56}"/>
              </a:ext>
            </a:extLst>
          </p:cNvPr>
          <p:cNvSpPr>
            <a:spLocks noChangeShapeType="1"/>
          </p:cNvSpPr>
          <p:nvPr/>
        </p:nvSpPr>
        <p:spPr bwMode="gray">
          <a:xfrm>
            <a:off x="11888148" y="2390405"/>
            <a:ext cx="292100" cy="0"/>
          </a:xfrm>
          <a:prstGeom prst="line">
            <a:avLst/>
          </a:prstGeom>
          <a:noFill/>
          <a:ln w="28575">
            <a:solidFill>
              <a:srgbClr val="FF3300"/>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4">
            <a:extLst>
              <a:ext uri="{FF2B5EF4-FFF2-40B4-BE49-F238E27FC236}">
                <a16:creationId xmlns:a16="http://schemas.microsoft.com/office/drawing/2014/main" id="{9227BEC8-D2F9-4C91-B2FE-378C92C5841A}"/>
              </a:ext>
            </a:extLst>
          </p:cNvPr>
          <p:cNvSpPr>
            <a:spLocks noChangeShapeType="1"/>
          </p:cNvSpPr>
          <p:nvPr/>
        </p:nvSpPr>
        <p:spPr bwMode="auto">
          <a:xfrm rot="16162635">
            <a:off x="9637867" y="1548236"/>
            <a:ext cx="292100" cy="1587"/>
          </a:xfrm>
          <a:prstGeom prst="line">
            <a:avLst/>
          </a:prstGeom>
          <a:noFill/>
          <a:ln w="28575">
            <a:solidFill>
              <a:srgbClr val="FF3300"/>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5">
            <a:extLst>
              <a:ext uri="{FF2B5EF4-FFF2-40B4-BE49-F238E27FC236}">
                <a16:creationId xmlns:a16="http://schemas.microsoft.com/office/drawing/2014/main" id="{E6394D14-5D08-4C3A-9FC9-E81CAF2A4969}"/>
              </a:ext>
            </a:extLst>
          </p:cNvPr>
          <p:cNvSpPr>
            <a:spLocks noChangeShapeType="1"/>
          </p:cNvSpPr>
          <p:nvPr/>
        </p:nvSpPr>
        <p:spPr bwMode="gray">
          <a:xfrm rot="10798585">
            <a:off x="7403460" y="5406655"/>
            <a:ext cx="3175" cy="469900"/>
          </a:xfrm>
          <a:prstGeom prst="line">
            <a:avLst/>
          </a:prstGeom>
          <a:noFill/>
          <a:ln w="28575">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6">
            <a:extLst>
              <a:ext uri="{FF2B5EF4-FFF2-40B4-BE49-F238E27FC236}">
                <a16:creationId xmlns:a16="http://schemas.microsoft.com/office/drawing/2014/main" id="{9A9F5454-8BD6-4830-8324-B176B79306A3}"/>
              </a:ext>
            </a:extLst>
          </p:cNvPr>
          <p:cNvSpPr>
            <a:spLocks noChangeShapeType="1"/>
          </p:cNvSpPr>
          <p:nvPr/>
        </p:nvSpPr>
        <p:spPr bwMode="gray">
          <a:xfrm rot="10798585">
            <a:off x="9308460" y="5406655"/>
            <a:ext cx="6350" cy="414338"/>
          </a:xfrm>
          <a:prstGeom prst="line">
            <a:avLst/>
          </a:prstGeom>
          <a:noFill/>
          <a:ln w="28575">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7">
            <a:extLst>
              <a:ext uri="{FF2B5EF4-FFF2-40B4-BE49-F238E27FC236}">
                <a16:creationId xmlns:a16="http://schemas.microsoft.com/office/drawing/2014/main" id="{C305B711-CE12-46DE-8BEF-2D29C5264CEE}"/>
              </a:ext>
            </a:extLst>
          </p:cNvPr>
          <p:cNvSpPr>
            <a:spLocks noChangeShapeType="1"/>
          </p:cNvSpPr>
          <p:nvPr/>
        </p:nvSpPr>
        <p:spPr bwMode="gray">
          <a:xfrm rot="10798585">
            <a:off x="10070460" y="5406655"/>
            <a:ext cx="3175" cy="490538"/>
          </a:xfrm>
          <a:prstGeom prst="line">
            <a:avLst/>
          </a:prstGeom>
          <a:noFill/>
          <a:ln w="28575">
            <a:solidFill>
              <a:srgbClr val="FF33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18">
            <a:extLst>
              <a:ext uri="{FF2B5EF4-FFF2-40B4-BE49-F238E27FC236}">
                <a16:creationId xmlns:a16="http://schemas.microsoft.com/office/drawing/2014/main" id="{4A217876-AB7E-4108-BDC9-200B947DB12D}"/>
              </a:ext>
            </a:extLst>
          </p:cNvPr>
          <p:cNvSpPr>
            <a:spLocks noChangeShapeType="1"/>
          </p:cNvSpPr>
          <p:nvPr/>
        </p:nvSpPr>
        <p:spPr bwMode="gray">
          <a:xfrm>
            <a:off x="10384785" y="2107830"/>
            <a:ext cx="749300" cy="0"/>
          </a:xfrm>
          <a:prstGeom prst="line">
            <a:avLst/>
          </a:prstGeom>
          <a:noFill/>
          <a:ln w="28575">
            <a:solidFill>
              <a:srgbClr val="FF3300"/>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Oval 19">
            <a:extLst>
              <a:ext uri="{FF2B5EF4-FFF2-40B4-BE49-F238E27FC236}">
                <a16:creationId xmlns:a16="http://schemas.microsoft.com/office/drawing/2014/main" id="{984075E4-FD90-4DAE-B8DA-70976FB6EDDE}"/>
              </a:ext>
            </a:extLst>
          </p:cNvPr>
          <p:cNvSpPr>
            <a:spLocks noChangeArrowheads="1"/>
          </p:cNvSpPr>
          <p:nvPr/>
        </p:nvSpPr>
        <p:spPr bwMode="blackWhite">
          <a:xfrm>
            <a:off x="9527535" y="1056905"/>
            <a:ext cx="493713" cy="493713"/>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1</a:t>
            </a:r>
          </a:p>
        </p:txBody>
      </p:sp>
      <p:sp>
        <p:nvSpPr>
          <p:cNvPr id="20" name="Oval 20">
            <a:extLst>
              <a:ext uri="{FF2B5EF4-FFF2-40B4-BE49-F238E27FC236}">
                <a16:creationId xmlns:a16="http://schemas.microsoft.com/office/drawing/2014/main" id="{11DF240B-B52D-484A-936C-38ADD0C8ADA7}"/>
              </a:ext>
            </a:extLst>
          </p:cNvPr>
          <p:cNvSpPr>
            <a:spLocks noChangeArrowheads="1"/>
          </p:cNvSpPr>
          <p:nvPr/>
        </p:nvSpPr>
        <p:spPr bwMode="blackWhite">
          <a:xfrm>
            <a:off x="10962635" y="1763343"/>
            <a:ext cx="504825" cy="503237"/>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2</a:t>
            </a:r>
          </a:p>
        </p:txBody>
      </p:sp>
      <p:sp>
        <p:nvSpPr>
          <p:cNvPr id="21" name="Oval 22">
            <a:extLst>
              <a:ext uri="{FF2B5EF4-FFF2-40B4-BE49-F238E27FC236}">
                <a16:creationId xmlns:a16="http://schemas.microsoft.com/office/drawing/2014/main" id="{4CB8E549-3F37-45F3-A302-F3CFF49710FE}"/>
              </a:ext>
            </a:extLst>
          </p:cNvPr>
          <p:cNvSpPr>
            <a:spLocks noChangeArrowheads="1"/>
          </p:cNvSpPr>
          <p:nvPr/>
        </p:nvSpPr>
        <p:spPr bwMode="blackWhite">
          <a:xfrm>
            <a:off x="7174860" y="5635255"/>
            <a:ext cx="493713" cy="493713"/>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1</a:t>
            </a:r>
          </a:p>
        </p:txBody>
      </p:sp>
      <p:sp>
        <p:nvSpPr>
          <p:cNvPr id="22" name="Oval 23">
            <a:extLst>
              <a:ext uri="{FF2B5EF4-FFF2-40B4-BE49-F238E27FC236}">
                <a16:creationId xmlns:a16="http://schemas.microsoft.com/office/drawing/2014/main" id="{2DDC1A80-3BCD-4F32-9E5C-9B5B29E72EB2}"/>
              </a:ext>
            </a:extLst>
          </p:cNvPr>
          <p:cNvSpPr>
            <a:spLocks noChangeArrowheads="1"/>
          </p:cNvSpPr>
          <p:nvPr/>
        </p:nvSpPr>
        <p:spPr bwMode="blackWhite">
          <a:xfrm>
            <a:off x="9079860" y="5635255"/>
            <a:ext cx="504825" cy="503238"/>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2</a:t>
            </a:r>
          </a:p>
        </p:txBody>
      </p:sp>
      <p:sp>
        <p:nvSpPr>
          <p:cNvPr id="23" name="Oval 24">
            <a:extLst>
              <a:ext uri="{FF2B5EF4-FFF2-40B4-BE49-F238E27FC236}">
                <a16:creationId xmlns:a16="http://schemas.microsoft.com/office/drawing/2014/main" id="{1D4D8680-169C-422B-9B05-A88AB6F477ED}"/>
              </a:ext>
            </a:extLst>
          </p:cNvPr>
          <p:cNvSpPr>
            <a:spLocks noChangeArrowheads="1"/>
          </p:cNvSpPr>
          <p:nvPr/>
        </p:nvSpPr>
        <p:spPr bwMode="blackWhite">
          <a:xfrm>
            <a:off x="9918060" y="5635255"/>
            <a:ext cx="504825" cy="503238"/>
          </a:xfrm>
          <a:prstGeom prst="ellipse">
            <a:avLst/>
          </a:prstGeom>
          <a:solidFill>
            <a:srgbClr val="CCCCFF"/>
          </a:solidFill>
          <a:ln w="2857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1600" tIns="50800" rIns="101600" bIns="50800" anchor="ctr"/>
          <a:lstStyle>
            <a:lvl1pPr defTabSz="1111250">
              <a:defRPr>
                <a:solidFill>
                  <a:schemeClr val="tx1"/>
                </a:solidFill>
                <a:latin typeface="Times New Roman" panose="02020603050405020304" pitchFamily="18" charset="0"/>
              </a:defRPr>
            </a:lvl1pPr>
            <a:lvl2pPr marL="742950" indent="-285750" defTabSz="1111250">
              <a:defRPr>
                <a:solidFill>
                  <a:schemeClr val="tx1"/>
                </a:solidFill>
                <a:latin typeface="Times New Roman" panose="02020603050405020304" pitchFamily="18" charset="0"/>
              </a:defRPr>
            </a:lvl2pPr>
            <a:lvl3pPr marL="1143000" indent="-228600" defTabSz="1111250">
              <a:defRPr>
                <a:solidFill>
                  <a:schemeClr val="tx1"/>
                </a:solidFill>
                <a:latin typeface="Times New Roman" panose="02020603050405020304" pitchFamily="18" charset="0"/>
              </a:defRPr>
            </a:lvl3pPr>
            <a:lvl4pPr marL="1600200" indent="-228600" defTabSz="1111250">
              <a:defRPr>
                <a:solidFill>
                  <a:schemeClr val="tx1"/>
                </a:solidFill>
                <a:latin typeface="Times New Roman" panose="02020603050405020304" pitchFamily="18" charset="0"/>
              </a:defRPr>
            </a:lvl4pPr>
            <a:lvl5pPr marL="2057400" indent="-228600" defTabSz="1111250">
              <a:defRPr>
                <a:solidFill>
                  <a:schemeClr val="tx1"/>
                </a:solidFill>
                <a:latin typeface="Times New Roman" panose="02020603050405020304" pitchFamily="18" charset="0"/>
              </a:defRPr>
            </a:lvl5pPr>
            <a:lvl6pPr marL="2514600" indent="-228600" defTabSz="111125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111125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111125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1111250" eaLnBrk="0" fontAlgn="base" hangingPunct="0">
              <a:spcBef>
                <a:spcPct val="0"/>
              </a:spcBef>
              <a:spcAft>
                <a:spcPct val="0"/>
              </a:spcAft>
              <a:defRPr>
                <a:solidFill>
                  <a:schemeClr val="tx1"/>
                </a:solidFill>
                <a:latin typeface="Times New Roman" panose="02020603050405020304" pitchFamily="18" charset="0"/>
              </a:defRPr>
            </a:lvl9pPr>
          </a:lstStyle>
          <a:p>
            <a:pPr algn="ctr"/>
            <a:r>
              <a:rPr lang="en-US" altLang="en-US" sz="2400" b="1">
                <a:latin typeface="Arial" panose="020B0604020202020204" pitchFamily="34" charset="0"/>
              </a:rPr>
              <a:t>3</a:t>
            </a:r>
          </a:p>
        </p:txBody>
      </p:sp>
      <p:sp>
        <p:nvSpPr>
          <p:cNvPr id="25" name="TextBox 24">
            <a:extLst>
              <a:ext uri="{FF2B5EF4-FFF2-40B4-BE49-F238E27FC236}">
                <a16:creationId xmlns:a16="http://schemas.microsoft.com/office/drawing/2014/main" id="{4E37F591-E2B3-413C-94D6-2A85FF4FD44C}"/>
              </a:ext>
            </a:extLst>
          </p:cNvPr>
          <p:cNvSpPr txBox="1"/>
          <p:nvPr/>
        </p:nvSpPr>
        <p:spPr>
          <a:xfrm>
            <a:off x="200388" y="1349746"/>
            <a:ext cx="4585204" cy="4401205"/>
          </a:xfrm>
          <a:prstGeom prst="rect">
            <a:avLst/>
          </a:prstGeom>
          <a:noFill/>
        </p:spPr>
        <p:txBody>
          <a:bodyPr wrap="square">
            <a:spAutoFit/>
          </a:bodyPr>
          <a:lstStyle/>
          <a:p>
            <a:r>
              <a:rPr lang="en-US" altLang="en-US" sz="2800" dirty="0">
                <a:latin typeface="Tahoma" panose="020B0604030504040204" pitchFamily="34" charset="0"/>
                <a:ea typeface="Tahoma" panose="020B0604030504040204" pitchFamily="34" charset="0"/>
                <a:cs typeface="Tahoma" panose="020B0604030504040204" pitchFamily="34" charset="0"/>
              </a:rPr>
              <a:t>The NULLIF function compares two expressions. If they are equal, the function returns a null. If they are not equal, the function returns the first expression. However, you cannot specify the literal NULL for the first expression</a:t>
            </a:r>
            <a:endParaRPr lang="en-US" sz="2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64019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E1E8F5-A17C-4145-9130-BFA155DF3804}"/>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AEBBA2BD-40D9-494B-AB5A-1ED48E669932}"/>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99E4158-E7B3-4A72-949D-BDD8A630DE83}"/>
              </a:ext>
            </a:extLst>
          </p:cNvPr>
          <p:cNvSpPr>
            <a:spLocks noGrp="1"/>
          </p:cNvSpPr>
          <p:nvPr>
            <p:ph type="sldNum" sz="quarter" idx="4"/>
          </p:nvPr>
        </p:nvSpPr>
        <p:spPr/>
        <p:txBody>
          <a:bodyPr/>
          <a:lstStyle/>
          <a:p>
            <a:fld id="{48F63A3B-78C7-47BE-AE5E-E10140E04643}" type="slidenum">
              <a:rPr lang="en-US" smtClean="0"/>
              <a:pPr/>
              <a:t>19</a:t>
            </a:fld>
            <a:endParaRPr lang="en-US" dirty="0"/>
          </a:p>
        </p:txBody>
      </p:sp>
      <p:sp>
        <p:nvSpPr>
          <p:cNvPr id="5" name="Rectangle 5">
            <a:extLst>
              <a:ext uri="{FF2B5EF4-FFF2-40B4-BE49-F238E27FC236}">
                <a16:creationId xmlns:a16="http://schemas.microsoft.com/office/drawing/2014/main" id="{E4D26FB2-2B93-432A-886F-648D6038414A}"/>
              </a:ext>
            </a:extLst>
          </p:cNvPr>
          <p:cNvSpPr txBox="1">
            <a:spLocks noChangeArrowheads="1"/>
          </p:cNvSpPr>
          <p:nvPr/>
        </p:nvSpPr>
        <p:spPr bwMode="auto">
          <a:xfrm>
            <a:off x="0" y="987425"/>
            <a:ext cx="12104370" cy="1961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defRPr sz="2800">
                <a:solidFill>
                  <a:schemeClr val="tx1"/>
                </a:solidFill>
                <a:latin typeface="Times New Roman" panose="02020603050405020304" pitchFamily="18" charset="0"/>
              </a:defRPr>
            </a:lvl1pPr>
            <a:lvl2pPr marL="742950" indent="-285750">
              <a:lnSpc>
                <a:spcPct val="90000"/>
              </a:lnSpc>
              <a:spcBef>
                <a:spcPts val="500"/>
              </a:spcBef>
              <a:defRPr sz="2400">
                <a:solidFill>
                  <a:schemeClr val="tx1"/>
                </a:solidFill>
                <a:latin typeface="Times New Roman" panose="02020603050405020304" pitchFamily="18" charset="0"/>
              </a:defRPr>
            </a:lvl2pPr>
            <a:lvl3pPr marL="1143000" indent="-228600">
              <a:lnSpc>
                <a:spcPct val="90000"/>
              </a:lnSpc>
              <a:spcBef>
                <a:spcPts val="500"/>
              </a:spcBef>
              <a:defRPr sz="2000">
                <a:solidFill>
                  <a:schemeClr val="tx1"/>
                </a:solidFill>
                <a:latin typeface="Times New Roman" panose="02020603050405020304" pitchFamily="18" charset="0"/>
              </a:defRPr>
            </a:lvl3pPr>
            <a:lvl4pPr marL="1600200" indent="-228600">
              <a:lnSpc>
                <a:spcPct val="90000"/>
              </a:lnSpc>
              <a:spcBef>
                <a:spcPts val="500"/>
              </a:spcBef>
              <a:defRPr>
                <a:solidFill>
                  <a:schemeClr val="tx1"/>
                </a:solidFill>
                <a:latin typeface="Times New Roman" panose="02020603050405020304" pitchFamily="18" charset="0"/>
              </a:defRPr>
            </a:lvl4pPr>
            <a:lvl5pPr marL="2057400" indent="-228600">
              <a:lnSpc>
                <a:spcPct val="90000"/>
              </a:lnSpc>
              <a:spcBef>
                <a:spcPts val="500"/>
              </a:spcBef>
              <a:defRPr>
                <a:solidFill>
                  <a:schemeClr val="tx1"/>
                </a:solidFill>
                <a:latin typeface="Times New Roman" panose="02020603050405020304" pitchFamily="18" charset="0"/>
              </a:defRPr>
            </a:lvl5pPr>
            <a:lvl6pPr marL="25146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defTabSz="914400" eaLnBrk="1" hangingPunct="1">
              <a:lnSpc>
                <a:spcPct val="150000"/>
              </a:lnSpc>
            </a:pPr>
            <a:r>
              <a:rPr lang="en-US" altLang="en-US" sz="2000" dirty="0"/>
              <a:t>The advantage of the COALESCE function over the NVL function is that the COALESCE function can take multiple alternate values.</a:t>
            </a:r>
          </a:p>
          <a:p>
            <a:pPr defTabSz="914400" eaLnBrk="1" hangingPunct="1">
              <a:lnSpc>
                <a:spcPct val="150000"/>
              </a:lnSpc>
            </a:pPr>
            <a:r>
              <a:rPr lang="en-US" altLang="en-US" sz="2000" dirty="0"/>
              <a:t>If the first expression is not null, the COALESCE function returns that expression; otherwise, it does a COALESCE of the remaining expressions.</a:t>
            </a:r>
          </a:p>
        </p:txBody>
      </p:sp>
      <p:sp>
        <p:nvSpPr>
          <p:cNvPr id="6" name="Rectangle 4">
            <a:extLst>
              <a:ext uri="{FF2B5EF4-FFF2-40B4-BE49-F238E27FC236}">
                <a16:creationId xmlns:a16="http://schemas.microsoft.com/office/drawing/2014/main" id="{A45EEF83-E3C3-4D13-9AAF-B8BC001337C4}"/>
              </a:ext>
            </a:extLst>
          </p:cNvPr>
          <p:cNvSpPr txBox="1">
            <a:spLocks noChangeArrowheads="1"/>
          </p:cNvSpPr>
          <p:nvPr/>
        </p:nvSpPr>
        <p:spPr>
          <a:xfrm>
            <a:off x="1839278" y="136525"/>
            <a:ext cx="8059102" cy="6794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Using the COALESCE Function</a:t>
            </a:r>
          </a:p>
        </p:txBody>
      </p:sp>
      <p:pic>
        <p:nvPicPr>
          <p:cNvPr id="7" name="Picture 12" descr="C:\project-SQLFund1\images\img04-33b.gif">
            <a:extLst>
              <a:ext uri="{FF2B5EF4-FFF2-40B4-BE49-F238E27FC236}">
                <a16:creationId xmlns:a16="http://schemas.microsoft.com/office/drawing/2014/main" id="{A0BA6A6D-4F8F-4FD2-BA4D-10172FD586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7661054" y="4705350"/>
            <a:ext cx="4217988"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a:extLst>
              <a:ext uri="{FF2B5EF4-FFF2-40B4-BE49-F238E27FC236}">
                <a16:creationId xmlns:a16="http://schemas.microsoft.com/office/drawing/2014/main" id="{2DC0ECBA-0DB9-431D-9E06-81F7E5A3D3FA}"/>
              </a:ext>
            </a:extLst>
          </p:cNvPr>
          <p:cNvSpPr>
            <a:spLocks noChangeArrowheads="1"/>
          </p:cNvSpPr>
          <p:nvPr/>
        </p:nvSpPr>
        <p:spPr bwMode="blackGray">
          <a:xfrm>
            <a:off x="190817" y="3429000"/>
            <a:ext cx="7364413" cy="1181100"/>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a:solidFill>
                  <a:schemeClr val="tx1"/>
                </a:solidFill>
                <a:latin typeface="Times New Roman" panose="02020603050405020304" pitchFamily="18" charset="0"/>
              </a:defRPr>
            </a:lvl1pPr>
            <a:lvl2pPr marL="742950" indent="-285750">
              <a:tabLst>
                <a:tab pos="1200150" algn="l"/>
              </a:tabLst>
              <a:defRPr>
                <a:solidFill>
                  <a:schemeClr val="tx1"/>
                </a:solidFill>
                <a:latin typeface="Times New Roman" panose="02020603050405020304" pitchFamily="18" charset="0"/>
              </a:defRPr>
            </a:lvl2pPr>
            <a:lvl3pPr marL="1143000" indent="-228600">
              <a:tabLst>
                <a:tab pos="1200150" algn="l"/>
              </a:tabLst>
              <a:defRPr>
                <a:solidFill>
                  <a:schemeClr val="tx1"/>
                </a:solidFill>
                <a:latin typeface="Times New Roman" panose="02020603050405020304" pitchFamily="18" charset="0"/>
              </a:defRPr>
            </a:lvl3pPr>
            <a:lvl4pPr marL="1600200" indent="-228600">
              <a:tabLst>
                <a:tab pos="1200150" algn="l"/>
              </a:tabLst>
              <a:defRPr>
                <a:solidFill>
                  <a:schemeClr val="tx1"/>
                </a:solidFill>
                <a:latin typeface="Times New Roman" panose="02020603050405020304" pitchFamily="18" charset="0"/>
              </a:defRPr>
            </a:lvl4pPr>
            <a:lvl5pPr marL="2057400" indent="-228600">
              <a:tabLst>
                <a:tab pos="1200150" algn="l"/>
              </a:tabLst>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9pPr>
          </a:lstStyle>
          <a:p>
            <a:r>
              <a:rPr lang="en-US" altLang="en-US" b="1">
                <a:latin typeface="Courier New" panose="02070309020205020404" pitchFamily="49" charset="0"/>
              </a:rPr>
              <a:t>SELECT last_name, employee_id,</a:t>
            </a:r>
          </a:p>
          <a:p>
            <a:r>
              <a:rPr lang="en-US" altLang="en-US" b="1">
                <a:latin typeface="Courier New" panose="02070309020205020404" pitchFamily="49" charset="0"/>
              </a:rPr>
              <a:t>COALESCE(TO_CHAR(commission_pct),TO_CHAR(manager_id),</a:t>
            </a:r>
          </a:p>
          <a:p>
            <a:r>
              <a:rPr lang="en-US" altLang="en-US" b="1">
                <a:latin typeface="Courier New" panose="02070309020205020404" pitchFamily="49" charset="0"/>
              </a:rPr>
              <a:t>	'No commission and no manager') </a:t>
            </a:r>
          </a:p>
          <a:p>
            <a:r>
              <a:rPr lang="en-US" altLang="en-US" b="1">
                <a:latin typeface="Courier New" panose="02070309020205020404" pitchFamily="49" charset="0"/>
              </a:rPr>
              <a:t>FROM employees;</a:t>
            </a:r>
          </a:p>
        </p:txBody>
      </p:sp>
      <p:sp>
        <p:nvSpPr>
          <p:cNvPr id="10" name="Rectangle 5">
            <a:extLst>
              <a:ext uri="{FF2B5EF4-FFF2-40B4-BE49-F238E27FC236}">
                <a16:creationId xmlns:a16="http://schemas.microsoft.com/office/drawing/2014/main" id="{39DA1818-D736-45FC-92AE-542AA921DC83}"/>
              </a:ext>
            </a:extLst>
          </p:cNvPr>
          <p:cNvSpPr>
            <a:spLocks noChangeArrowheads="1"/>
          </p:cNvSpPr>
          <p:nvPr/>
        </p:nvSpPr>
        <p:spPr bwMode="gray">
          <a:xfrm>
            <a:off x="267017" y="3733800"/>
            <a:ext cx="7239000" cy="6096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a:latin typeface="Arial" panose="020B0604020202020204" pitchFamily="34" charset="0"/>
            </a:endParaRPr>
          </a:p>
        </p:txBody>
      </p:sp>
      <p:pic>
        <p:nvPicPr>
          <p:cNvPr id="12" name="Picture 11" descr="C:\project-SQLFund1\images\img04-33a.gif">
            <a:extLst>
              <a:ext uri="{FF2B5EF4-FFF2-40B4-BE49-F238E27FC236}">
                <a16:creationId xmlns:a16="http://schemas.microsoft.com/office/drawing/2014/main" id="{58B46FDC-76F0-4648-9B5C-06AD5908A1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7661054" y="2682240"/>
            <a:ext cx="4160838" cy="1927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6">
            <a:extLst>
              <a:ext uri="{FF2B5EF4-FFF2-40B4-BE49-F238E27FC236}">
                <a16:creationId xmlns:a16="http://schemas.microsoft.com/office/drawing/2014/main" id="{74FC212E-BB7D-4F9E-A400-A14464B1064E}"/>
              </a:ext>
            </a:extLst>
          </p:cNvPr>
          <p:cNvSpPr>
            <a:spLocks noChangeArrowheads="1"/>
          </p:cNvSpPr>
          <p:nvPr/>
        </p:nvSpPr>
        <p:spPr bwMode="auto">
          <a:xfrm>
            <a:off x="9993092" y="2700235"/>
            <a:ext cx="1828800" cy="22860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a:latin typeface="Arial" panose="020B0604020202020204" pitchFamily="34" charset="0"/>
            </a:endParaRPr>
          </a:p>
        </p:txBody>
      </p:sp>
    </p:spTree>
    <p:extLst>
      <p:ext uri="{BB962C8B-B14F-4D97-AF65-F5344CB8AC3E}">
        <p14:creationId xmlns:p14="http://schemas.microsoft.com/office/powerpoint/2010/main" val="3261598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DC47A7-546D-4260-BBC6-A5488A1086AD}"/>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D3F4E0C8-6ECD-4943-BA73-72C65E0F3F4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2FEED33-F299-444C-ABD8-B5B6124A05CC}"/>
              </a:ext>
            </a:extLst>
          </p:cNvPr>
          <p:cNvSpPr>
            <a:spLocks noGrp="1"/>
          </p:cNvSpPr>
          <p:nvPr>
            <p:ph type="sldNum" sz="quarter" idx="4"/>
          </p:nvPr>
        </p:nvSpPr>
        <p:spPr/>
        <p:txBody>
          <a:bodyPr/>
          <a:lstStyle/>
          <a:p>
            <a:fld id="{48F63A3B-78C7-47BE-AE5E-E10140E04643}" type="slidenum">
              <a:rPr lang="en-US" smtClean="0"/>
              <a:pPr/>
              <a:t>20</a:t>
            </a:fld>
            <a:endParaRPr lang="en-US" dirty="0"/>
          </a:p>
        </p:txBody>
      </p:sp>
      <p:sp>
        <p:nvSpPr>
          <p:cNvPr id="5" name="Rectangle 4">
            <a:extLst>
              <a:ext uri="{FF2B5EF4-FFF2-40B4-BE49-F238E27FC236}">
                <a16:creationId xmlns:a16="http://schemas.microsoft.com/office/drawing/2014/main" id="{87CFF802-A0A1-4270-B454-5A25CDBDD1E2}"/>
              </a:ext>
            </a:extLst>
          </p:cNvPr>
          <p:cNvSpPr txBox="1">
            <a:spLocks noChangeArrowheads="1"/>
          </p:cNvSpPr>
          <p:nvPr/>
        </p:nvSpPr>
        <p:spPr>
          <a:xfrm>
            <a:off x="2305230" y="181344"/>
            <a:ext cx="7100887" cy="6794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Conditional Expressions</a:t>
            </a:r>
          </a:p>
        </p:txBody>
      </p:sp>
      <p:sp>
        <p:nvSpPr>
          <p:cNvPr id="6" name="Rectangle 5">
            <a:extLst>
              <a:ext uri="{FF2B5EF4-FFF2-40B4-BE49-F238E27FC236}">
                <a16:creationId xmlns:a16="http://schemas.microsoft.com/office/drawing/2014/main" id="{7ECAFC87-2E81-4D05-9DC8-6580E588AB44}"/>
              </a:ext>
            </a:extLst>
          </p:cNvPr>
          <p:cNvSpPr txBox="1">
            <a:spLocks noChangeArrowheads="1"/>
          </p:cNvSpPr>
          <p:nvPr/>
        </p:nvSpPr>
        <p:spPr bwMode="auto">
          <a:xfrm>
            <a:off x="80011" y="1031875"/>
            <a:ext cx="12012930" cy="3128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defRPr sz="2800">
                <a:solidFill>
                  <a:schemeClr val="tx1"/>
                </a:solidFill>
                <a:latin typeface="Times New Roman" panose="02020603050405020304" pitchFamily="18" charset="0"/>
              </a:defRPr>
            </a:lvl1pPr>
            <a:lvl2pPr>
              <a:lnSpc>
                <a:spcPct val="90000"/>
              </a:lnSpc>
              <a:spcBef>
                <a:spcPts val="500"/>
              </a:spcBef>
              <a:defRPr sz="2400">
                <a:solidFill>
                  <a:schemeClr val="tx1"/>
                </a:solidFill>
                <a:latin typeface="Times New Roman" panose="02020603050405020304" pitchFamily="18" charset="0"/>
              </a:defRPr>
            </a:lvl2pPr>
            <a:lvl3pPr marL="1143000" indent="-228600">
              <a:lnSpc>
                <a:spcPct val="90000"/>
              </a:lnSpc>
              <a:spcBef>
                <a:spcPts val="500"/>
              </a:spcBef>
              <a:defRPr sz="2000">
                <a:solidFill>
                  <a:schemeClr val="tx1"/>
                </a:solidFill>
                <a:latin typeface="Times New Roman" panose="02020603050405020304" pitchFamily="18" charset="0"/>
              </a:defRPr>
            </a:lvl3pPr>
            <a:lvl4pPr marL="1600200" indent="-228600">
              <a:lnSpc>
                <a:spcPct val="90000"/>
              </a:lnSpc>
              <a:spcBef>
                <a:spcPts val="500"/>
              </a:spcBef>
              <a:defRPr>
                <a:solidFill>
                  <a:schemeClr val="tx1"/>
                </a:solidFill>
                <a:latin typeface="Times New Roman" panose="02020603050405020304" pitchFamily="18" charset="0"/>
              </a:defRPr>
            </a:lvl4pPr>
            <a:lvl5pPr marL="2057400" indent="-228600">
              <a:lnSpc>
                <a:spcPct val="90000"/>
              </a:lnSpc>
              <a:spcBef>
                <a:spcPts val="500"/>
              </a:spcBef>
              <a:defRPr>
                <a:solidFill>
                  <a:schemeClr val="tx1"/>
                </a:solidFill>
                <a:latin typeface="Times New Roman" panose="02020603050405020304" pitchFamily="18" charset="0"/>
              </a:defRPr>
            </a:lvl5pPr>
            <a:lvl6pPr marL="25146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defTabSz="914400" eaLnBrk="1" hangingPunct="1">
              <a:lnSpc>
                <a:spcPct val="150000"/>
              </a:lnSpc>
            </a:pPr>
            <a:r>
              <a:rPr lang="en-US" altLang="en-US" sz="2200" dirty="0">
                <a:latin typeface="Tahoma" panose="020B0604030504040204" pitchFamily="34" charset="0"/>
                <a:ea typeface="Tahoma" panose="020B0604030504040204" pitchFamily="34" charset="0"/>
                <a:cs typeface="Tahoma" panose="020B0604030504040204" pitchFamily="34" charset="0"/>
              </a:rPr>
              <a:t>Provide the use of the IF-THEN-ELSE logic within a SQL statement</a:t>
            </a:r>
          </a:p>
          <a:p>
            <a:pPr defTabSz="914400" eaLnBrk="1" hangingPunct="1">
              <a:lnSpc>
                <a:spcPct val="150000"/>
              </a:lnSpc>
            </a:pPr>
            <a:r>
              <a:rPr lang="en-US" altLang="en-US" sz="2200" dirty="0">
                <a:latin typeface="Tahoma" panose="020B0604030504040204" pitchFamily="34" charset="0"/>
                <a:ea typeface="Tahoma" panose="020B0604030504040204" pitchFamily="34" charset="0"/>
                <a:cs typeface="Tahoma" panose="020B0604030504040204" pitchFamily="34" charset="0"/>
              </a:rPr>
              <a:t>Use two methods:</a:t>
            </a:r>
          </a:p>
          <a:p>
            <a:pPr lvl="1" defTabSz="914400" eaLnBrk="1" hangingPunct="1">
              <a:lnSpc>
                <a:spcPct val="150000"/>
              </a:lnSpc>
            </a:pPr>
            <a:r>
              <a:rPr lang="en-US" altLang="en-US" sz="2200" dirty="0">
                <a:latin typeface="Tahoma" panose="020B0604030504040204" pitchFamily="34" charset="0"/>
                <a:ea typeface="Tahoma" panose="020B0604030504040204" pitchFamily="34" charset="0"/>
                <a:cs typeface="Tahoma" panose="020B0604030504040204" pitchFamily="34" charset="0"/>
              </a:rPr>
              <a:t>CASE expression</a:t>
            </a:r>
          </a:p>
          <a:p>
            <a:pPr lvl="1" defTabSz="914400" eaLnBrk="1" hangingPunct="1">
              <a:lnSpc>
                <a:spcPct val="150000"/>
              </a:lnSpc>
            </a:pPr>
            <a:r>
              <a:rPr lang="en-US" altLang="en-US" sz="2200" dirty="0">
                <a:latin typeface="Tahoma" panose="020B0604030504040204" pitchFamily="34" charset="0"/>
                <a:ea typeface="Tahoma" panose="020B0604030504040204" pitchFamily="34" charset="0"/>
                <a:cs typeface="Tahoma" panose="020B0604030504040204" pitchFamily="34" charset="0"/>
              </a:rPr>
              <a:t>DECODE function</a:t>
            </a:r>
          </a:p>
          <a:p>
            <a:pPr>
              <a:lnSpc>
                <a:spcPct val="150000"/>
              </a:lnSpc>
            </a:pPr>
            <a:r>
              <a:rPr lang="en-US" altLang="en-US" sz="2200" dirty="0">
                <a:latin typeface="Tahoma" panose="020B0604030504040204" pitchFamily="34" charset="0"/>
                <a:ea typeface="Tahoma" panose="020B0604030504040204" pitchFamily="34" charset="0"/>
                <a:cs typeface="Tahoma" panose="020B0604030504040204" pitchFamily="34" charset="0"/>
              </a:rPr>
              <a:t>Facilitates conditional inquiries by doing the work of an IF-THEN-ELSE statement:</a:t>
            </a:r>
          </a:p>
          <a:p>
            <a:pPr lvl="1" defTabSz="914400" eaLnBrk="1" hangingPunct="1">
              <a:lnSpc>
                <a:spcPct val="150000"/>
              </a:lnSpc>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7" name="Rectangle 1028">
            <a:extLst>
              <a:ext uri="{FF2B5EF4-FFF2-40B4-BE49-F238E27FC236}">
                <a16:creationId xmlns:a16="http://schemas.microsoft.com/office/drawing/2014/main" id="{083D29F2-3F52-4DE4-9CBC-256517DF22AE}"/>
              </a:ext>
            </a:extLst>
          </p:cNvPr>
          <p:cNvSpPr>
            <a:spLocks noChangeArrowheads="1"/>
          </p:cNvSpPr>
          <p:nvPr/>
        </p:nvSpPr>
        <p:spPr bwMode="blackGray">
          <a:xfrm>
            <a:off x="1952805" y="4054475"/>
            <a:ext cx="7453312" cy="2055813"/>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a:solidFill>
                  <a:schemeClr val="tx1"/>
                </a:solidFill>
                <a:latin typeface="Times New Roman" panose="02020603050405020304" pitchFamily="18" charset="0"/>
              </a:defRPr>
            </a:lvl1pPr>
            <a:lvl2pPr marL="742950" indent="-285750">
              <a:tabLst>
                <a:tab pos="1200150" algn="l"/>
              </a:tabLst>
              <a:defRPr>
                <a:solidFill>
                  <a:schemeClr val="tx1"/>
                </a:solidFill>
                <a:latin typeface="Times New Roman" panose="02020603050405020304" pitchFamily="18" charset="0"/>
              </a:defRPr>
            </a:lvl2pPr>
            <a:lvl3pPr marL="1143000" indent="-228600">
              <a:tabLst>
                <a:tab pos="1200150" algn="l"/>
              </a:tabLst>
              <a:defRPr>
                <a:solidFill>
                  <a:schemeClr val="tx1"/>
                </a:solidFill>
                <a:latin typeface="Times New Roman" panose="02020603050405020304" pitchFamily="18" charset="0"/>
              </a:defRPr>
            </a:lvl3pPr>
            <a:lvl4pPr marL="1600200" indent="-228600">
              <a:tabLst>
                <a:tab pos="1200150" algn="l"/>
              </a:tabLst>
              <a:defRPr>
                <a:solidFill>
                  <a:schemeClr val="tx1"/>
                </a:solidFill>
                <a:latin typeface="Times New Roman" panose="02020603050405020304" pitchFamily="18" charset="0"/>
              </a:defRPr>
            </a:lvl4pPr>
            <a:lvl5pPr marL="2057400" indent="-228600">
              <a:tabLst>
                <a:tab pos="1200150" algn="l"/>
              </a:tabLst>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9pPr>
          </a:lstStyle>
          <a:p>
            <a:pPr>
              <a:lnSpc>
                <a:spcPct val="105000"/>
              </a:lnSpc>
            </a:pPr>
            <a:r>
              <a:rPr lang="en-US" altLang="en-US" b="1">
                <a:latin typeface="Courier New" panose="02070309020205020404" pitchFamily="49" charset="0"/>
              </a:rPr>
              <a:t>CASE </a:t>
            </a:r>
            <a:r>
              <a:rPr lang="en-US" altLang="en-US" b="1" i="1">
                <a:latin typeface="Courier New" panose="02070309020205020404" pitchFamily="49" charset="0"/>
              </a:rPr>
              <a:t>expr</a:t>
            </a:r>
            <a:r>
              <a:rPr lang="en-US" altLang="en-US" b="1">
                <a:latin typeface="Courier New" panose="02070309020205020404" pitchFamily="49" charset="0"/>
              </a:rPr>
              <a:t> WHEN </a:t>
            </a:r>
            <a:r>
              <a:rPr lang="en-US" altLang="en-US" b="1" i="1">
                <a:latin typeface="Courier New" panose="02070309020205020404" pitchFamily="49" charset="0"/>
              </a:rPr>
              <a:t>comparison_expr1</a:t>
            </a:r>
            <a:r>
              <a:rPr lang="en-US" altLang="en-US" b="1">
                <a:latin typeface="Courier New" panose="02070309020205020404" pitchFamily="49" charset="0"/>
              </a:rPr>
              <a:t> THEN </a:t>
            </a:r>
            <a:r>
              <a:rPr lang="en-US" altLang="en-US" b="1" i="1">
                <a:latin typeface="Courier New" panose="02070309020205020404" pitchFamily="49" charset="0"/>
              </a:rPr>
              <a:t>return_expr1</a:t>
            </a:r>
          </a:p>
          <a:p>
            <a:pPr>
              <a:lnSpc>
                <a:spcPct val="105000"/>
              </a:lnSpc>
            </a:pPr>
            <a:r>
              <a:rPr lang="en-US" altLang="en-US" b="1" i="1">
                <a:latin typeface="Courier New" panose="02070309020205020404" pitchFamily="49" charset="0"/>
              </a:rPr>
              <a:t>         </a:t>
            </a:r>
            <a:r>
              <a:rPr lang="en-US" altLang="en-US" b="1">
                <a:latin typeface="Courier New" panose="02070309020205020404" pitchFamily="49" charset="0"/>
              </a:rPr>
              <a:t>[WHEN</a:t>
            </a:r>
            <a:r>
              <a:rPr lang="en-US" altLang="en-US" b="1" i="1">
                <a:latin typeface="Courier New" panose="02070309020205020404" pitchFamily="49" charset="0"/>
              </a:rPr>
              <a:t> comparison_expr2 </a:t>
            </a:r>
            <a:r>
              <a:rPr lang="en-US" altLang="en-US" b="1">
                <a:latin typeface="Courier New" panose="02070309020205020404" pitchFamily="49" charset="0"/>
              </a:rPr>
              <a:t>THEN</a:t>
            </a:r>
            <a:r>
              <a:rPr lang="en-US" altLang="en-US" b="1" i="1">
                <a:latin typeface="Courier New" panose="02070309020205020404" pitchFamily="49" charset="0"/>
              </a:rPr>
              <a:t> return_expr2</a:t>
            </a:r>
          </a:p>
          <a:p>
            <a:pPr>
              <a:lnSpc>
                <a:spcPct val="105000"/>
              </a:lnSpc>
            </a:pPr>
            <a:r>
              <a:rPr lang="en-US" altLang="en-US" b="1">
                <a:latin typeface="Courier New" panose="02070309020205020404" pitchFamily="49" charset="0"/>
              </a:rPr>
              <a:t>          WHEN</a:t>
            </a:r>
            <a:r>
              <a:rPr lang="en-US" altLang="en-US" b="1" i="1">
                <a:latin typeface="Courier New" panose="02070309020205020404" pitchFamily="49" charset="0"/>
              </a:rPr>
              <a:t> comparison_exprn </a:t>
            </a:r>
            <a:r>
              <a:rPr lang="en-US" altLang="en-US" b="1">
                <a:latin typeface="Courier New" panose="02070309020205020404" pitchFamily="49" charset="0"/>
              </a:rPr>
              <a:t>THEN</a:t>
            </a:r>
            <a:r>
              <a:rPr lang="en-US" altLang="en-US" b="1" i="1">
                <a:latin typeface="Courier New" panose="02070309020205020404" pitchFamily="49" charset="0"/>
              </a:rPr>
              <a:t> return_exprn</a:t>
            </a:r>
          </a:p>
          <a:p>
            <a:pPr>
              <a:lnSpc>
                <a:spcPct val="105000"/>
              </a:lnSpc>
            </a:pPr>
            <a:r>
              <a:rPr lang="en-US" altLang="en-US" b="1">
                <a:latin typeface="Courier New" panose="02070309020205020404" pitchFamily="49" charset="0"/>
              </a:rPr>
              <a:t>          ELSE </a:t>
            </a:r>
            <a:r>
              <a:rPr lang="en-US" altLang="en-US" b="1" i="1">
                <a:latin typeface="Courier New" panose="02070309020205020404" pitchFamily="49" charset="0"/>
              </a:rPr>
              <a:t>else_expr</a:t>
            </a:r>
            <a:r>
              <a:rPr lang="en-US" altLang="en-US" b="1">
                <a:latin typeface="Courier New" panose="02070309020205020404" pitchFamily="49" charset="0"/>
              </a:rPr>
              <a:t>]</a:t>
            </a:r>
          </a:p>
          <a:p>
            <a:pPr>
              <a:lnSpc>
                <a:spcPct val="105000"/>
              </a:lnSpc>
            </a:pPr>
            <a:r>
              <a:rPr lang="en-US" altLang="en-US" b="1">
                <a:latin typeface="Courier New" panose="02070309020205020404" pitchFamily="49" charset="0"/>
              </a:rPr>
              <a:t>END</a:t>
            </a:r>
          </a:p>
        </p:txBody>
      </p:sp>
    </p:spTree>
    <p:extLst>
      <p:ext uri="{BB962C8B-B14F-4D97-AF65-F5344CB8AC3E}">
        <p14:creationId xmlns:p14="http://schemas.microsoft.com/office/powerpoint/2010/main" val="2377959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DC47A7-546D-4260-BBC6-A5488A1086AD}"/>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D3F4E0C8-6ECD-4943-BA73-72C65E0F3F4E}"/>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2FEED33-F299-444C-ABD8-B5B6124A05CC}"/>
              </a:ext>
            </a:extLst>
          </p:cNvPr>
          <p:cNvSpPr>
            <a:spLocks noGrp="1"/>
          </p:cNvSpPr>
          <p:nvPr>
            <p:ph type="sldNum" sz="quarter" idx="4"/>
          </p:nvPr>
        </p:nvSpPr>
        <p:spPr/>
        <p:txBody>
          <a:bodyPr/>
          <a:lstStyle/>
          <a:p>
            <a:fld id="{48F63A3B-78C7-47BE-AE5E-E10140E04643}" type="slidenum">
              <a:rPr lang="en-US" smtClean="0"/>
              <a:pPr/>
              <a:t>21</a:t>
            </a:fld>
            <a:endParaRPr lang="en-US" dirty="0"/>
          </a:p>
        </p:txBody>
      </p:sp>
      <p:sp>
        <p:nvSpPr>
          <p:cNvPr id="8" name="Rectangle 1029">
            <a:extLst>
              <a:ext uri="{FF2B5EF4-FFF2-40B4-BE49-F238E27FC236}">
                <a16:creationId xmlns:a16="http://schemas.microsoft.com/office/drawing/2014/main" id="{614B5F1F-57BC-4DCE-A14D-9FEBFC3B4C97}"/>
              </a:ext>
            </a:extLst>
          </p:cNvPr>
          <p:cNvSpPr txBox="1">
            <a:spLocks noChangeArrowheads="1"/>
          </p:cNvSpPr>
          <p:nvPr/>
        </p:nvSpPr>
        <p:spPr>
          <a:xfrm>
            <a:off x="2502693" y="182246"/>
            <a:ext cx="7238779" cy="634261"/>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en-US" sz="3600" b="1" dirty="0">
                <a:solidFill>
                  <a:schemeClr val="accent6">
                    <a:lumMod val="75000"/>
                    <a:lumOff val="25000"/>
                  </a:schemeClr>
                </a:solidFill>
                <a:latin typeface="Arial Black" panose="020B0A04020102020204" pitchFamily="34" charset="0"/>
                <a:ea typeface="+mn-ea"/>
                <a:cs typeface="Arial" pitchFamily="34" charset="0"/>
              </a:rPr>
              <a:t>CASE Expression</a:t>
            </a:r>
          </a:p>
        </p:txBody>
      </p:sp>
      <p:sp>
        <p:nvSpPr>
          <p:cNvPr id="9" name="Rectangle 1030">
            <a:extLst>
              <a:ext uri="{FF2B5EF4-FFF2-40B4-BE49-F238E27FC236}">
                <a16:creationId xmlns:a16="http://schemas.microsoft.com/office/drawing/2014/main" id="{D40241C2-01BC-4EEA-8939-E68E6C2A91F6}"/>
              </a:ext>
            </a:extLst>
          </p:cNvPr>
          <p:cNvSpPr txBox="1">
            <a:spLocks noChangeArrowheads="1"/>
          </p:cNvSpPr>
          <p:nvPr/>
        </p:nvSpPr>
        <p:spPr bwMode="auto">
          <a:xfrm>
            <a:off x="48967" y="946261"/>
            <a:ext cx="4915146" cy="4585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defRPr sz="2800">
                <a:solidFill>
                  <a:schemeClr val="tx1"/>
                </a:solidFill>
                <a:latin typeface="Times New Roman" panose="02020603050405020304" pitchFamily="18" charset="0"/>
              </a:defRPr>
            </a:lvl1pPr>
            <a:lvl2pPr marL="742950" indent="-285750">
              <a:lnSpc>
                <a:spcPct val="90000"/>
              </a:lnSpc>
              <a:spcBef>
                <a:spcPts val="500"/>
              </a:spcBef>
              <a:defRPr sz="2400">
                <a:solidFill>
                  <a:schemeClr val="tx1"/>
                </a:solidFill>
                <a:latin typeface="Times New Roman" panose="02020603050405020304" pitchFamily="18" charset="0"/>
              </a:defRPr>
            </a:lvl2pPr>
            <a:lvl3pPr marL="1143000" indent="-228600">
              <a:lnSpc>
                <a:spcPct val="90000"/>
              </a:lnSpc>
              <a:spcBef>
                <a:spcPts val="500"/>
              </a:spcBef>
              <a:defRPr sz="2000">
                <a:solidFill>
                  <a:schemeClr val="tx1"/>
                </a:solidFill>
                <a:latin typeface="Times New Roman" panose="02020603050405020304" pitchFamily="18" charset="0"/>
              </a:defRPr>
            </a:lvl3pPr>
            <a:lvl4pPr marL="1600200" indent="-228600">
              <a:lnSpc>
                <a:spcPct val="90000"/>
              </a:lnSpc>
              <a:spcBef>
                <a:spcPts val="500"/>
              </a:spcBef>
              <a:defRPr>
                <a:solidFill>
                  <a:schemeClr val="tx1"/>
                </a:solidFill>
                <a:latin typeface="Times New Roman" panose="02020603050405020304" pitchFamily="18" charset="0"/>
              </a:defRPr>
            </a:lvl4pPr>
            <a:lvl5pPr marL="2057400" indent="-228600">
              <a:lnSpc>
                <a:spcPct val="90000"/>
              </a:lnSpc>
              <a:spcBef>
                <a:spcPts val="500"/>
              </a:spcBef>
              <a:defRPr>
                <a:solidFill>
                  <a:schemeClr val="tx1"/>
                </a:solidFill>
                <a:latin typeface="Times New Roman" panose="02020603050405020304" pitchFamily="18" charset="0"/>
              </a:defRPr>
            </a:lvl5pPr>
            <a:lvl6pPr marL="25146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defTabSz="914400" eaLnBrk="1" hangingPunct="1">
              <a:lnSpc>
                <a:spcPct val="150000"/>
              </a:lnSpc>
            </a:pPr>
            <a:r>
              <a:rPr lang="en-US" altLang="en-US" sz="2400" dirty="0">
                <a:latin typeface="Tahoma" panose="020B0604030504040204" pitchFamily="34" charset="0"/>
                <a:ea typeface="Tahoma" panose="020B0604030504040204" pitchFamily="34" charset="0"/>
                <a:cs typeface="Tahoma" panose="020B0604030504040204" pitchFamily="34" charset="0"/>
              </a:rPr>
              <a:t>Facilitates conditional inquiries by doing the work of an IF-THEN-ELSE statement:</a:t>
            </a:r>
          </a:p>
        </p:txBody>
      </p:sp>
      <p:pic>
        <p:nvPicPr>
          <p:cNvPr id="11" name="Picture 19" descr="C:\project-SQLFund1\images\img-04-33b.gif">
            <a:extLst>
              <a:ext uri="{FF2B5EF4-FFF2-40B4-BE49-F238E27FC236}">
                <a16:creationId xmlns:a16="http://schemas.microsoft.com/office/drawing/2014/main" id="{6744DA78-14B2-4990-AA66-209F7A95B7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6235700" y="5409144"/>
            <a:ext cx="462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7" descr="C:\project-SQLFund1\images\img-04-33a.gif">
            <a:extLst>
              <a:ext uri="{FF2B5EF4-FFF2-40B4-BE49-F238E27FC236}">
                <a16:creationId xmlns:a16="http://schemas.microsoft.com/office/drawing/2014/main" id="{B8C410E9-043F-429D-99D5-C8A995149A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6196013" y="4150257"/>
            <a:ext cx="4629150"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6" descr="C:\project-SQLFund1\images\img-04-33.gif">
            <a:extLst>
              <a:ext uri="{FF2B5EF4-FFF2-40B4-BE49-F238E27FC236}">
                <a16:creationId xmlns:a16="http://schemas.microsoft.com/office/drawing/2014/main" id="{ADBD7C8A-88CC-4078-97A1-770592ADDF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6196013" y="3693057"/>
            <a:ext cx="4640262"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2">
            <a:extLst>
              <a:ext uri="{FF2B5EF4-FFF2-40B4-BE49-F238E27FC236}">
                <a16:creationId xmlns:a16="http://schemas.microsoft.com/office/drawing/2014/main" id="{DAE64D33-689B-49D9-9859-FED8C3F1D03E}"/>
              </a:ext>
            </a:extLst>
          </p:cNvPr>
          <p:cNvSpPr>
            <a:spLocks noChangeArrowheads="1"/>
          </p:cNvSpPr>
          <p:nvPr/>
        </p:nvSpPr>
        <p:spPr bwMode="blackGray">
          <a:xfrm>
            <a:off x="4827588" y="1937282"/>
            <a:ext cx="7364412" cy="1708150"/>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a:solidFill>
                  <a:schemeClr val="tx1"/>
                </a:solidFill>
                <a:latin typeface="Times New Roman" panose="02020603050405020304" pitchFamily="18" charset="0"/>
              </a:defRPr>
            </a:lvl1pPr>
            <a:lvl2pPr marL="742950" indent="-285750">
              <a:tabLst>
                <a:tab pos="1200150" algn="l"/>
              </a:tabLst>
              <a:defRPr>
                <a:solidFill>
                  <a:schemeClr val="tx1"/>
                </a:solidFill>
                <a:latin typeface="Times New Roman" panose="02020603050405020304" pitchFamily="18" charset="0"/>
              </a:defRPr>
            </a:lvl2pPr>
            <a:lvl3pPr marL="1143000" indent="-228600">
              <a:tabLst>
                <a:tab pos="1200150" algn="l"/>
              </a:tabLst>
              <a:defRPr>
                <a:solidFill>
                  <a:schemeClr val="tx1"/>
                </a:solidFill>
                <a:latin typeface="Times New Roman" panose="02020603050405020304" pitchFamily="18" charset="0"/>
              </a:defRPr>
            </a:lvl3pPr>
            <a:lvl4pPr marL="1600200" indent="-228600">
              <a:tabLst>
                <a:tab pos="1200150" algn="l"/>
              </a:tabLst>
              <a:defRPr>
                <a:solidFill>
                  <a:schemeClr val="tx1"/>
                </a:solidFill>
                <a:latin typeface="Times New Roman" panose="02020603050405020304" pitchFamily="18" charset="0"/>
              </a:defRPr>
            </a:lvl4pPr>
            <a:lvl5pPr marL="2057400" indent="-228600">
              <a:tabLst>
                <a:tab pos="1200150" algn="l"/>
              </a:tabLst>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9pPr>
          </a:lstStyle>
          <a:p>
            <a:pPr>
              <a:lnSpc>
                <a:spcPct val="105000"/>
              </a:lnSpc>
            </a:pPr>
            <a:r>
              <a:rPr lang="en-US" altLang="en-US" b="1" dirty="0">
                <a:latin typeface="Courier New" panose="02070309020205020404" pitchFamily="49" charset="0"/>
              </a:rPr>
              <a:t>SELECT last_name, job_id, salary,</a:t>
            </a:r>
          </a:p>
          <a:p>
            <a:pPr>
              <a:lnSpc>
                <a:spcPct val="105000"/>
              </a:lnSpc>
            </a:pPr>
            <a:r>
              <a:rPr lang="en-US" altLang="en-US" b="1" dirty="0">
                <a:latin typeface="Courier New" panose="02070309020205020404" pitchFamily="49" charset="0"/>
              </a:rPr>
              <a:t>       CASE job_id WHEN 'IT_PROG'  THEN  1.10*salary</a:t>
            </a:r>
          </a:p>
          <a:p>
            <a:pPr>
              <a:lnSpc>
                <a:spcPct val="105000"/>
              </a:lnSpc>
            </a:pPr>
            <a:r>
              <a:rPr lang="en-US" altLang="en-US" b="1" dirty="0">
                <a:latin typeface="Courier New" panose="02070309020205020404" pitchFamily="49" charset="0"/>
              </a:rPr>
              <a:t>                   WHEN 'ST_CLERK' THEN  1.15*salary</a:t>
            </a:r>
          </a:p>
          <a:p>
            <a:pPr>
              <a:lnSpc>
                <a:spcPct val="105000"/>
              </a:lnSpc>
            </a:pPr>
            <a:r>
              <a:rPr lang="en-US" altLang="en-US" b="1" dirty="0">
                <a:latin typeface="Courier New" panose="02070309020205020404" pitchFamily="49" charset="0"/>
              </a:rPr>
              <a:t>                   WHEN 'SA_REP'   THEN  1.20*salary</a:t>
            </a:r>
          </a:p>
          <a:p>
            <a:pPr>
              <a:lnSpc>
                <a:spcPct val="105000"/>
              </a:lnSpc>
            </a:pPr>
            <a:r>
              <a:rPr lang="en-US" altLang="en-US" b="1" dirty="0">
                <a:latin typeface="Courier New" panose="02070309020205020404" pitchFamily="49" charset="0"/>
              </a:rPr>
              <a:t>       ELSE      salary END     "REVISED_SALARY"</a:t>
            </a:r>
          </a:p>
          <a:p>
            <a:pPr>
              <a:lnSpc>
                <a:spcPct val="105000"/>
              </a:lnSpc>
            </a:pPr>
            <a:r>
              <a:rPr lang="en-US" altLang="en-US" b="1" dirty="0">
                <a:latin typeface="Courier New" panose="02070309020205020404" pitchFamily="49" charset="0"/>
              </a:rPr>
              <a:t>FROM   employees;</a:t>
            </a:r>
          </a:p>
        </p:txBody>
      </p:sp>
      <p:sp>
        <p:nvSpPr>
          <p:cNvPr id="15" name="Rectangle 6">
            <a:extLst>
              <a:ext uri="{FF2B5EF4-FFF2-40B4-BE49-F238E27FC236}">
                <a16:creationId xmlns:a16="http://schemas.microsoft.com/office/drawing/2014/main" id="{F866CA57-C211-4103-B48E-713E4092979D}"/>
              </a:ext>
            </a:extLst>
          </p:cNvPr>
          <p:cNvSpPr>
            <a:spLocks noChangeArrowheads="1"/>
          </p:cNvSpPr>
          <p:nvPr/>
        </p:nvSpPr>
        <p:spPr bwMode="gray">
          <a:xfrm>
            <a:off x="5818188" y="2242082"/>
            <a:ext cx="6251575" cy="116205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a:latin typeface="Arial" panose="020B0604020202020204" pitchFamily="34" charset="0"/>
            </a:endParaRPr>
          </a:p>
        </p:txBody>
      </p:sp>
      <p:sp>
        <p:nvSpPr>
          <p:cNvPr id="16" name="Text Box 7">
            <a:extLst>
              <a:ext uri="{FF2B5EF4-FFF2-40B4-BE49-F238E27FC236}">
                <a16:creationId xmlns:a16="http://schemas.microsoft.com/office/drawing/2014/main" id="{19DA7E30-B2F8-41A7-ABB7-1116039DEC76}"/>
              </a:ext>
            </a:extLst>
          </p:cNvPr>
          <p:cNvSpPr txBox="1">
            <a:spLocks noChangeArrowheads="1"/>
          </p:cNvSpPr>
          <p:nvPr/>
        </p:nvSpPr>
        <p:spPr bwMode="gray">
          <a:xfrm>
            <a:off x="6272213" y="5140857"/>
            <a:ext cx="366712"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defTabSz="822325">
              <a:defRPr>
                <a:solidFill>
                  <a:schemeClr val="tx1"/>
                </a:solidFill>
                <a:latin typeface="Times New Roman" panose="02020603050405020304" pitchFamily="18" charset="0"/>
              </a:defRPr>
            </a:lvl1pPr>
            <a:lvl2pPr marL="742950" indent="-285750" defTabSz="822325">
              <a:defRPr>
                <a:solidFill>
                  <a:schemeClr val="tx1"/>
                </a:solidFill>
                <a:latin typeface="Times New Roman" panose="02020603050405020304" pitchFamily="18" charset="0"/>
              </a:defRPr>
            </a:lvl2pPr>
            <a:lvl3pPr marL="1143000" indent="-228600" defTabSz="822325">
              <a:defRPr>
                <a:solidFill>
                  <a:schemeClr val="tx1"/>
                </a:solidFill>
                <a:latin typeface="Times New Roman" panose="02020603050405020304" pitchFamily="18" charset="0"/>
              </a:defRPr>
            </a:lvl3pPr>
            <a:lvl4pPr marL="1600200" indent="-228600" defTabSz="822325">
              <a:defRPr>
                <a:solidFill>
                  <a:schemeClr val="tx1"/>
                </a:solidFill>
                <a:latin typeface="Times New Roman" panose="02020603050405020304" pitchFamily="18" charset="0"/>
              </a:defRPr>
            </a:lvl4pPr>
            <a:lvl5pPr marL="2057400" indent="-228600" defTabSz="822325">
              <a:defRPr>
                <a:solidFill>
                  <a:schemeClr val="tx1"/>
                </a:solidFill>
                <a:latin typeface="Times New Roman" panose="02020603050405020304" pitchFamily="18" charset="0"/>
              </a:defRPr>
            </a:lvl5pPr>
            <a:lvl6pPr marL="2514600" indent="-228600" defTabSz="822325"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822325"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822325"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822325"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buClr>
                <a:srgbClr val="000000"/>
              </a:buClr>
              <a:buFont typeface="Arial" panose="020B0604020202020204" pitchFamily="34" charset="0"/>
              <a:buNone/>
            </a:pPr>
            <a:r>
              <a:rPr lang="en-US" altLang="en-US" sz="2400">
                <a:latin typeface="Arial" panose="020B0604020202020204" pitchFamily="34" charset="0"/>
              </a:rPr>
              <a:t>…</a:t>
            </a:r>
          </a:p>
        </p:txBody>
      </p:sp>
      <p:sp>
        <p:nvSpPr>
          <p:cNvPr id="17" name="Text Box 8">
            <a:extLst>
              <a:ext uri="{FF2B5EF4-FFF2-40B4-BE49-F238E27FC236}">
                <a16:creationId xmlns:a16="http://schemas.microsoft.com/office/drawing/2014/main" id="{BCE38453-C3F5-450B-9854-B479EF874E40}"/>
              </a:ext>
            </a:extLst>
          </p:cNvPr>
          <p:cNvSpPr txBox="1">
            <a:spLocks noChangeArrowheads="1"/>
          </p:cNvSpPr>
          <p:nvPr/>
        </p:nvSpPr>
        <p:spPr bwMode="gray">
          <a:xfrm>
            <a:off x="6196013" y="3769257"/>
            <a:ext cx="366712"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defTabSz="822325">
              <a:defRPr>
                <a:solidFill>
                  <a:schemeClr val="tx1"/>
                </a:solidFill>
                <a:latin typeface="Times New Roman" panose="02020603050405020304" pitchFamily="18" charset="0"/>
              </a:defRPr>
            </a:lvl1pPr>
            <a:lvl2pPr marL="742950" indent="-285750" defTabSz="822325">
              <a:defRPr>
                <a:solidFill>
                  <a:schemeClr val="tx1"/>
                </a:solidFill>
                <a:latin typeface="Times New Roman" panose="02020603050405020304" pitchFamily="18" charset="0"/>
              </a:defRPr>
            </a:lvl2pPr>
            <a:lvl3pPr marL="1143000" indent="-228600" defTabSz="822325">
              <a:defRPr>
                <a:solidFill>
                  <a:schemeClr val="tx1"/>
                </a:solidFill>
                <a:latin typeface="Times New Roman" panose="02020603050405020304" pitchFamily="18" charset="0"/>
              </a:defRPr>
            </a:lvl3pPr>
            <a:lvl4pPr marL="1600200" indent="-228600" defTabSz="822325">
              <a:defRPr>
                <a:solidFill>
                  <a:schemeClr val="tx1"/>
                </a:solidFill>
                <a:latin typeface="Times New Roman" panose="02020603050405020304" pitchFamily="18" charset="0"/>
              </a:defRPr>
            </a:lvl4pPr>
            <a:lvl5pPr marL="2057400" indent="-228600" defTabSz="822325">
              <a:defRPr>
                <a:solidFill>
                  <a:schemeClr val="tx1"/>
                </a:solidFill>
                <a:latin typeface="Times New Roman" panose="02020603050405020304" pitchFamily="18" charset="0"/>
              </a:defRPr>
            </a:lvl5pPr>
            <a:lvl6pPr marL="2514600" indent="-228600" defTabSz="822325"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822325"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822325"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822325"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buClr>
                <a:srgbClr val="000000"/>
              </a:buClr>
              <a:buFont typeface="Arial" panose="020B0604020202020204" pitchFamily="34" charset="0"/>
              <a:buNone/>
            </a:pPr>
            <a:r>
              <a:rPr lang="en-US" altLang="en-US" sz="2400">
                <a:latin typeface="Arial" panose="020B0604020202020204" pitchFamily="34" charset="0"/>
              </a:rPr>
              <a:t>…</a:t>
            </a:r>
          </a:p>
        </p:txBody>
      </p:sp>
      <p:sp>
        <p:nvSpPr>
          <p:cNvPr id="18" name="Rectangle 13">
            <a:extLst>
              <a:ext uri="{FF2B5EF4-FFF2-40B4-BE49-F238E27FC236}">
                <a16:creationId xmlns:a16="http://schemas.microsoft.com/office/drawing/2014/main" id="{04AE6A76-08CD-47CE-92F4-1FC5123AE3CE}"/>
              </a:ext>
            </a:extLst>
          </p:cNvPr>
          <p:cNvSpPr>
            <a:spLocks noChangeArrowheads="1"/>
          </p:cNvSpPr>
          <p:nvPr/>
        </p:nvSpPr>
        <p:spPr bwMode="gray">
          <a:xfrm>
            <a:off x="9512300" y="3580344"/>
            <a:ext cx="1371600" cy="22860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a:latin typeface="Arial" panose="020B0604020202020204" pitchFamily="34" charset="0"/>
            </a:endParaRPr>
          </a:p>
        </p:txBody>
      </p:sp>
    </p:spTree>
    <p:extLst>
      <p:ext uri="{BB962C8B-B14F-4D97-AF65-F5344CB8AC3E}">
        <p14:creationId xmlns:p14="http://schemas.microsoft.com/office/powerpoint/2010/main" val="529055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866DDB-746A-4524-A93D-41A21CD96952}"/>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96648582-1376-4A13-A376-C662DADEB502}"/>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B646937C-F313-4037-B4C3-B4BB3CC7066B}"/>
              </a:ext>
            </a:extLst>
          </p:cNvPr>
          <p:cNvSpPr>
            <a:spLocks noGrp="1"/>
          </p:cNvSpPr>
          <p:nvPr>
            <p:ph type="sldNum" sz="quarter" idx="4"/>
          </p:nvPr>
        </p:nvSpPr>
        <p:spPr/>
        <p:txBody>
          <a:bodyPr/>
          <a:lstStyle/>
          <a:p>
            <a:fld id="{48F63A3B-78C7-47BE-AE5E-E10140E04643}" type="slidenum">
              <a:rPr lang="en-US" smtClean="0"/>
              <a:pPr/>
              <a:t>22</a:t>
            </a:fld>
            <a:endParaRPr lang="en-US" dirty="0"/>
          </a:p>
        </p:txBody>
      </p:sp>
      <p:sp>
        <p:nvSpPr>
          <p:cNvPr id="6" name="Rectangle 6">
            <a:extLst>
              <a:ext uri="{FF2B5EF4-FFF2-40B4-BE49-F238E27FC236}">
                <a16:creationId xmlns:a16="http://schemas.microsoft.com/office/drawing/2014/main" id="{1E5D4BE3-7178-47EC-BC84-612264575578}"/>
              </a:ext>
            </a:extLst>
          </p:cNvPr>
          <p:cNvSpPr txBox="1">
            <a:spLocks noChangeArrowheads="1"/>
          </p:cNvSpPr>
          <p:nvPr/>
        </p:nvSpPr>
        <p:spPr bwMode="auto">
          <a:xfrm>
            <a:off x="171451" y="1082674"/>
            <a:ext cx="4857749" cy="4998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defRPr sz="2800">
                <a:solidFill>
                  <a:schemeClr val="tx1"/>
                </a:solidFill>
                <a:latin typeface="Times New Roman" panose="02020603050405020304" pitchFamily="18" charset="0"/>
              </a:defRPr>
            </a:lvl1pPr>
            <a:lvl2pPr marL="742950" indent="-285750">
              <a:lnSpc>
                <a:spcPct val="90000"/>
              </a:lnSpc>
              <a:spcBef>
                <a:spcPts val="500"/>
              </a:spcBef>
              <a:defRPr sz="2400">
                <a:solidFill>
                  <a:schemeClr val="tx1"/>
                </a:solidFill>
                <a:latin typeface="Times New Roman" panose="02020603050405020304" pitchFamily="18" charset="0"/>
              </a:defRPr>
            </a:lvl2pPr>
            <a:lvl3pPr marL="1143000" indent="-228600">
              <a:lnSpc>
                <a:spcPct val="90000"/>
              </a:lnSpc>
              <a:spcBef>
                <a:spcPts val="500"/>
              </a:spcBef>
              <a:defRPr sz="2000">
                <a:solidFill>
                  <a:schemeClr val="tx1"/>
                </a:solidFill>
                <a:latin typeface="Times New Roman" panose="02020603050405020304" pitchFamily="18" charset="0"/>
              </a:defRPr>
            </a:lvl3pPr>
            <a:lvl4pPr marL="1600200" indent="-228600">
              <a:lnSpc>
                <a:spcPct val="90000"/>
              </a:lnSpc>
              <a:spcBef>
                <a:spcPts val="500"/>
              </a:spcBef>
              <a:defRPr>
                <a:solidFill>
                  <a:schemeClr val="tx1"/>
                </a:solidFill>
                <a:latin typeface="Times New Roman" panose="02020603050405020304" pitchFamily="18" charset="0"/>
              </a:defRPr>
            </a:lvl4pPr>
            <a:lvl5pPr marL="2057400" indent="-228600">
              <a:lnSpc>
                <a:spcPct val="90000"/>
              </a:lnSpc>
              <a:spcBef>
                <a:spcPts val="500"/>
              </a:spcBef>
              <a:defRPr>
                <a:solidFill>
                  <a:schemeClr val="tx1"/>
                </a:solidFill>
                <a:latin typeface="Times New Roman" panose="02020603050405020304" pitchFamily="18" charset="0"/>
              </a:defRPr>
            </a:lvl5pPr>
            <a:lvl6pPr marL="25146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defTabSz="914400" eaLnBrk="1" hangingPunct="1">
              <a:lnSpc>
                <a:spcPct val="150000"/>
              </a:lnSpc>
            </a:pPr>
            <a:r>
              <a:rPr lang="en-US" altLang="en-US" sz="2000" dirty="0">
                <a:latin typeface="Tahoma" panose="020B0604030504040204" pitchFamily="34" charset="0"/>
                <a:ea typeface="Tahoma" panose="020B0604030504040204" pitchFamily="34" charset="0"/>
                <a:cs typeface="Tahoma" panose="020B0604030504040204" pitchFamily="34" charset="0"/>
              </a:rPr>
              <a:t>Facilitates conditional inquiries by doing the work of a CASE expression or an IF-THEN-ELSE statement:</a:t>
            </a:r>
          </a:p>
          <a:p>
            <a:pPr defTabSz="914400" eaLnBrk="1" hangingPunct="1">
              <a:lnSpc>
                <a:spcPct val="150000"/>
              </a:lnSpc>
            </a:pPr>
            <a:r>
              <a:rPr lang="en-US" sz="1800" dirty="0">
                <a:latin typeface="Tahoma" panose="020B0604030504040204" pitchFamily="34" charset="0"/>
                <a:ea typeface="Tahoma" panose="020B0604030504040204" pitchFamily="34" charset="0"/>
                <a:cs typeface="Tahoma" panose="020B0604030504040204" pitchFamily="34" charset="0"/>
              </a:rPr>
              <a:t>DECODE function compares expression against each search value in order. If equality exists between expression and search argument, then it returns the corresponding result. In case of no match, default value is returned, if defined, else NULL. In case of any type compatibility mismatch, oracle internally does possible implicit conversion to return the results</a:t>
            </a:r>
            <a:endParaRPr lang="en-US" altLang="en-US" sz="1800" dirty="0">
              <a:latin typeface="Tahoma" panose="020B0604030504040204" pitchFamily="34" charset="0"/>
              <a:ea typeface="Tahoma" panose="020B0604030504040204" pitchFamily="34" charset="0"/>
              <a:cs typeface="Tahoma" panose="020B0604030504040204" pitchFamily="34" charset="0"/>
            </a:endParaRPr>
          </a:p>
        </p:txBody>
      </p:sp>
      <p:pic>
        <p:nvPicPr>
          <p:cNvPr id="7" name="Picture 15" descr="C:\project-SQLFund1\images\img-04-35b.gif">
            <a:extLst>
              <a:ext uri="{FF2B5EF4-FFF2-40B4-BE49-F238E27FC236}">
                <a16:creationId xmlns:a16="http://schemas.microsoft.com/office/drawing/2014/main" id="{18DEFDC8-28A0-4928-8361-A06B5D2954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5965825" y="5764213"/>
            <a:ext cx="46291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3" descr="C:\project-SQLFund1\images\img-04-35.gif">
            <a:extLst>
              <a:ext uri="{FF2B5EF4-FFF2-40B4-BE49-F238E27FC236}">
                <a16:creationId xmlns:a16="http://schemas.microsoft.com/office/drawing/2014/main" id="{6163B176-13E5-4D16-96EE-0305C6553D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5984875" y="4198938"/>
            <a:ext cx="46291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4" descr="C:\project-SQLFund1\images\img-04-35a.gif">
            <a:extLst>
              <a:ext uri="{FF2B5EF4-FFF2-40B4-BE49-F238E27FC236}">
                <a16:creationId xmlns:a16="http://schemas.microsoft.com/office/drawing/2014/main" id="{5235A14E-46FC-4B20-A6BF-81978DADD9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5965825" y="4773613"/>
            <a:ext cx="46291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a:extLst>
              <a:ext uri="{FF2B5EF4-FFF2-40B4-BE49-F238E27FC236}">
                <a16:creationId xmlns:a16="http://schemas.microsoft.com/office/drawing/2014/main" id="{A878A3DC-8B6B-49D8-9A2D-F561C0E55363}"/>
              </a:ext>
            </a:extLst>
          </p:cNvPr>
          <p:cNvSpPr>
            <a:spLocks noChangeArrowheads="1"/>
          </p:cNvSpPr>
          <p:nvPr/>
        </p:nvSpPr>
        <p:spPr bwMode="blackGray">
          <a:xfrm>
            <a:off x="4827588" y="1781175"/>
            <a:ext cx="7364412" cy="1912938"/>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a:solidFill>
                  <a:schemeClr val="tx1"/>
                </a:solidFill>
                <a:latin typeface="Times New Roman" panose="02020603050405020304" pitchFamily="18" charset="0"/>
              </a:defRPr>
            </a:lvl1pPr>
            <a:lvl2pPr marL="742950" indent="-285750">
              <a:tabLst>
                <a:tab pos="1200150" algn="l"/>
              </a:tabLst>
              <a:defRPr>
                <a:solidFill>
                  <a:schemeClr val="tx1"/>
                </a:solidFill>
                <a:latin typeface="Times New Roman" panose="02020603050405020304" pitchFamily="18" charset="0"/>
              </a:defRPr>
            </a:lvl2pPr>
            <a:lvl3pPr marL="1143000" indent="-228600">
              <a:tabLst>
                <a:tab pos="1200150" algn="l"/>
              </a:tabLst>
              <a:defRPr>
                <a:solidFill>
                  <a:schemeClr val="tx1"/>
                </a:solidFill>
                <a:latin typeface="Times New Roman" panose="02020603050405020304" pitchFamily="18" charset="0"/>
              </a:defRPr>
            </a:lvl3pPr>
            <a:lvl4pPr marL="1600200" indent="-228600">
              <a:tabLst>
                <a:tab pos="1200150" algn="l"/>
              </a:tabLst>
              <a:defRPr>
                <a:solidFill>
                  <a:schemeClr val="tx1"/>
                </a:solidFill>
                <a:latin typeface="Times New Roman" panose="02020603050405020304" pitchFamily="18" charset="0"/>
              </a:defRPr>
            </a:lvl4pPr>
            <a:lvl5pPr marL="2057400" indent="-228600">
              <a:tabLst>
                <a:tab pos="1200150" algn="l"/>
              </a:tabLst>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9pPr>
          </a:lstStyle>
          <a:p>
            <a:r>
              <a:rPr lang="en-US" altLang="en-US" b="1" dirty="0">
                <a:solidFill>
                  <a:srgbClr val="000000"/>
                </a:solidFill>
                <a:latin typeface="Courier New" panose="02070309020205020404" pitchFamily="49" charset="0"/>
              </a:rPr>
              <a:t>SELECT last_name, job_id, salary,</a:t>
            </a:r>
          </a:p>
          <a:p>
            <a:r>
              <a:rPr lang="en-US" altLang="en-US" b="1" dirty="0">
                <a:solidFill>
                  <a:srgbClr val="000000"/>
                </a:solidFill>
                <a:latin typeface="Courier New" panose="02070309020205020404" pitchFamily="49" charset="0"/>
              </a:rPr>
              <a:t>       DECODE(job_id, 'IT_PROG',  1.10*salary,</a:t>
            </a:r>
          </a:p>
          <a:p>
            <a:r>
              <a:rPr lang="en-US" altLang="en-US" b="1" dirty="0">
                <a:solidFill>
                  <a:srgbClr val="000000"/>
                </a:solidFill>
                <a:latin typeface="Courier New" panose="02070309020205020404" pitchFamily="49" charset="0"/>
              </a:rPr>
              <a:t>                      'ST_CLERK', 1.15*salary,</a:t>
            </a:r>
          </a:p>
          <a:p>
            <a:r>
              <a:rPr lang="en-US" altLang="en-US" b="1" dirty="0">
                <a:solidFill>
                  <a:srgbClr val="000000"/>
                </a:solidFill>
                <a:latin typeface="Courier New" panose="02070309020205020404" pitchFamily="49" charset="0"/>
              </a:rPr>
              <a:t>                      'SA_REP',   1.20*salary,</a:t>
            </a:r>
          </a:p>
          <a:p>
            <a:r>
              <a:rPr lang="en-US" altLang="en-US" b="1" dirty="0">
                <a:solidFill>
                  <a:srgbClr val="000000"/>
                </a:solidFill>
                <a:latin typeface="Courier New" panose="02070309020205020404" pitchFamily="49" charset="0"/>
              </a:rPr>
              <a:t>              salary)</a:t>
            </a:r>
          </a:p>
          <a:p>
            <a:r>
              <a:rPr lang="en-US" altLang="en-US" b="1" dirty="0">
                <a:solidFill>
                  <a:srgbClr val="000000"/>
                </a:solidFill>
                <a:latin typeface="Courier New" panose="02070309020205020404" pitchFamily="49" charset="0"/>
              </a:rPr>
              <a:t>       REVISED_SALARY</a:t>
            </a:r>
          </a:p>
          <a:p>
            <a:r>
              <a:rPr lang="en-US" altLang="en-US" b="1" dirty="0">
                <a:solidFill>
                  <a:srgbClr val="000000"/>
                </a:solidFill>
                <a:latin typeface="Courier New" panose="02070309020205020404" pitchFamily="49" charset="0"/>
              </a:rPr>
              <a:t>FROM   employees;</a:t>
            </a:r>
          </a:p>
        </p:txBody>
      </p:sp>
      <p:sp>
        <p:nvSpPr>
          <p:cNvPr id="11" name="Rectangle 4">
            <a:extLst>
              <a:ext uri="{FF2B5EF4-FFF2-40B4-BE49-F238E27FC236}">
                <a16:creationId xmlns:a16="http://schemas.microsoft.com/office/drawing/2014/main" id="{79F01AC8-C259-41D6-9024-024876AE959A}"/>
              </a:ext>
            </a:extLst>
          </p:cNvPr>
          <p:cNvSpPr>
            <a:spLocks noChangeArrowheads="1"/>
          </p:cNvSpPr>
          <p:nvPr/>
        </p:nvSpPr>
        <p:spPr bwMode="gray">
          <a:xfrm>
            <a:off x="5776913" y="2035175"/>
            <a:ext cx="5514975" cy="141605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b="1">
              <a:latin typeface="Arial" panose="020B0604020202020204" pitchFamily="34" charset="0"/>
            </a:endParaRPr>
          </a:p>
        </p:txBody>
      </p:sp>
      <p:sp>
        <p:nvSpPr>
          <p:cNvPr id="12" name="Text Box 5">
            <a:extLst>
              <a:ext uri="{FF2B5EF4-FFF2-40B4-BE49-F238E27FC236}">
                <a16:creationId xmlns:a16="http://schemas.microsoft.com/office/drawing/2014/main" id="{23F4BC27-62D3-4FAB-8BC8-33559BE89EBA}"/>
              </a:ext>
            </a:extLst>
          </p:cNvPr>
          <p:cNvSpPr txBox="1">
            <a:spLocks noChangeArrowheads="1"/>
          </p:cNvSpPr>
          <p:nvPr/>
        </p:nvSpPr>
        <p:spPr bwMode="gray">
          <a:xfrm>
            <a:off x="5965825" y="5307013"/>
            <a:ext cx="366713"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defTabSz="822325">
              <a:defRPr>
                <a:solidFill>
                  <a:schemeClr val="tx1"/>
                </a:solidFill>
                <a:latin typeface="Times New Roman" panose="02020603050405020304" pitchFamily="18" charset="0"/>
              </a:defRPr>
            </a:lvl1pPr>
            <a:lvl2pPr marL="742950" indent="-285750" defTabSz="822325">
              <a:defRPr>
                <a:solidFill>
                  <a:schemeClr val="tx1"/>
                </a:solidFill>
                <a:latin typeface="Times New Roman" panose="02020603050405020304" pitchFamily="18" charset="0"/>
              </a:defRPr>
            </a:lvl2pPr>
            <a:lvl3pPr marL="1143000" indent="-228600" defTabSz="822325">
              <a:defRPr>
                <a:solidFill>
                  <a:schemeClr val="tx1"/>
                </a:solidFill>
                <a:latin typeface="Times New Roman" panose="02020603050405020304" pitchFamily="18" charset="0"/>
              </a:defRPr>
            </a:lvl3pPr>
            <a:lvl4pPr marL="1600200" indent="-228600" defTabSz="822325">
              <a:defRPr>
                <a:solidFill>
                  <a:schemeClr val="tx1"/>
                </a:solidFill>
                <a:latin typeface="Times New Roman" panose="02020603050405020304" pitchFamily="18" charset="0"/>
              </a:defRPr>
            </a:lvl4pPr>
            <a:lvl5pPr marL="2057400" indent="-228600" defTabSz="822325">
              <a:defRPr>
                <a:solidFill>
                  <a:schemeClr val="tx1"/>
                </a:solidFill>
                <a:latin typeface="Times New Roman" panose="02020603050405020304" pitchFamily="18" charset="0"/>
              </a:defRPr>
            </a:lvl5pPr>
            <a:lvl6pPr marL="2514600" indent="-228600" defTabSz="822325"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822325"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822325"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822325"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buClr>
                <a:srgbClr val="000000"/>
              </a:buClr>
              <a:buFont typeface="Arial" panose="020B0604020202020204" pitchFamily="34" charset="0"/>
              <a:buNone/>
            </a:pPr>
            <a:r>
              <a:rPr lang="en-US" altLang="en-US" sz="2400" b="1">
                <a:latin typeface="Arial" panose="020B0604020202020204" pitchFamily="34" charset="0"/>
              </a:rPr>
              <a:t>…</a:t>
            </a:r>
          </a:p>
        </p:txBody>
      </p:sp>
      <p:sp>
        <p:nvSpPr>
          <p:cNvPr id="13" name="Text Box 6">
            <a:extLst>
              <a:ext uri="{FF2B5EF4-FFF2-40B4-BE49-F238E27FC236}">
                <a16:creationId xmlns:a16="http://schemas.microsoft.com/office/drawing/2014/main" id="{4D87986E-BAE9-4657-9567-F4397AB85F5F}"/>
              </a:ext>
            </a:extLst>
          </p:cNvPr>
          <p:cNvSpPr txBox="1">
            <a:spLocks noChangeArrowheads="1"/>
          </p:cNvSpPr>
          <p:nvPr/>
        </p:nvSpPr>
        <p:spPr bwMode="gray">
          <a:xfrm>
            <a:off x="5965825" y="4392613"/>
            <a:ext cx="366713"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700" tIns="12700" rIns="12700" bIns="12700">
            <a:spAutoFit/>
          </a:bodyPr>
          <a:lstStyle>
            <a:lvl1pPr defTabSz="822325">
              <a:defRPr>
                <a:solidFill>
                  <a:schemeClr val="tx1"/>
                </a:solidFill>
                <a:latin typeface="Times New Roman" panose="02020603050405020304" pitchFamily="18" charset="0"/>
              </a:defRPr>
            </a:lvl1pPr>
            <a:lvl2pPr marL="742950" indent="-285750" defTabSz="822325">
              <a:defRPr>
                <a:solidFill>
                  <a:schemeClr val="tx1"/>
                </a:solidFill>
                <a:latin typeface="Times New Roman" panose="02020603050405020304" pitchFamily="18" charset="0"/>
              </a:defRPr>
            </a:lvl2pPr>
            <a:lvl3pPr marL="1143000" indent="-228600" defTabSz="822325">
              <a:defRPr>
                <a:solidFill>
                  <a:schemeClr val="tx1"/>
                </a:solidFill>
                <a:latin typeface="Times New Roman" panose="02020603050405020304" pitchFamily="18" charset="0"/>
              </a:defRPr>
            </a:lvl3pPr>
            <a:lvl4pPr marL="1600200" indent="-228600" defTabSz="822325">
              <a:defRPr>
                <a:solidFill>
                  <a:schemeClr val="tx1"/>
                </a:solidFill>
                <a:latin typeface="Times New Roman" panose="02020603050405020304" pitchFamily="18" charset="0"/>
              </a:defRPr>
            </a:lvl4pPr>
            <a:lvl5pPr marL="2057400" indent="-228600" defTabSz="822325">
              <a:defRPr>
                <a:solidFill>
                  <a:schemeClr val="tx1"/>
                </a:solidFill>
                <a:latin typeface="Times New Roman" panose="02020603050405020304" pitchFamily="18" charset="0"/>
              </a:defRPr>
            </a:lvl5pPr>
            <a:lvl6pPr marL="2514600" indent="-228600" defTabSz="822325"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822325"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822325"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822325"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buClr>
                <a:srgbClr val="000000"/>
              </a:buClr>
              <a:buFont typeface="Arial" panose="020B0604020202020204" pitchFamily="34" charset="0"/>
              <a:buNone/>
            </a:pPr>
            <a:r>
              <a:rPr lang="en-US" altLang="en-US" sz="2400" b="1">
                <a:latin typeface="Arial" panose="020B0604020202020204" pitchFamily="34" charset="0"/>
              </a:rPr>
              <a:t>…</a:t>
            </a:r>
          </a:p>
        </p:txBody>
      </p:sp>
      <p:sp>
        <p:nvSpPr>
          <p:cNvPr id="14" name="Rectangle 11">
            <a:extLst>
              <a:ext uri="{FF2B5EF4-FFF2-40B4-BE49-F238E27FC236}">
                <a16:creationId xmlns:a16="http://schemas.microsoft.com/office/drawing/2014/main" id="{37671323-9A9B-4DCF-8CC0-B586308B5F78}"/>
              </a:ext>
            </a:extLst>
          </p:cNvPr>
          <p:cNvSpPr>
            <a:spLocks noChangeArrowheads="1"/>
          </p:cNvSpPr>
          <p:nvPr/>
        </p:nvSpPr>
        <p:spPr bwMode="gray">
          <a:xfrm>
            <a:off x="9242425" y="4165600"/>
            <a:ext cx="1371600" cy="2133600"/>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b="1">
              <a:latin typeface="Arial" panose="020B0604020202020204" pitchFamily="34" charset="0"/>
            </a:endParaRPr>
          </a:p>
        </p:txBody>
      </p:sp>
      <p:sp>
        <p:nvSpPr>
          <p:cNvPr id="15" name="Rectangle 6">
            <a:extLst>
              <a:ext uri="{FF2B5EF4-FFF2-40B4-BE49-F238E27FC236}">
                <a16:creationId xmlns:a16="http://schemas.microsoft.com/office/drawing/2014/main" id="{133F2A88-2354-4153-8E4B-8364D75A59C2}"/>
              </a:ext>
            </a:extLst>
          </p:cNvPr>
          <p:cNvSpPr txBox="1">
            <a:spLocks noChangeArrowheads="1"/>
          </p:cNvSpPr>
          <p:nvPr/>
        </p:nvSpPr>
        <p:spPr>
          <a:xfrm>
            <a:off x="2250281" y="184785"/>
            <a:ext cx="8116729" cy="6794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en-US" sz="3600" b="1" dirty="0">
                <a:solidFill>
                  <a:schemeClr val="accent6">
                    <a:lumMod val="75000"/>
                    <a:lumOff val="25000"/>
                  </a:schemeClr>
                </a:solidFill>
                <a:latin typeface="Arial Black" panose="020B0A04020102020204" pitchFamily="34" charset="0"/>
                <a:ea typeface="+mn-ea"/>
                <a:cs typeface="Arial" pitchFamily="34" charset="0"/>
              </a:rPr>
              <a:t>Using the DECODE Function</a:t>
            </a:r>
          </a:p>
        </p:txBody>
      </p:sp>
    </p:spTree>
    <p:extLst>
      <p:ext uri="{BB962C8B-B14F-4D97-AF65-F5344CB8AC3E}">
        <p14:creationId xmlns:p14="http://schemas.microsoft.com/office/powerpoint/2010/main" val="11677397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148309-1AB9-4792-BCB8-1C2C314E33C9}"/>
              </a:ext>
            </a:extLst>
          </p:cNvPr>
          <p:cNvSpPr>
            <a:spLocks noGrp="1"/>
          </p:cNvSpPr>
          <p:nvPr>
            <p:ph type="dt" sz="half" idx="2"/>
          </p:nvPr>
        </p:nvSpPr>
        <p:spPr/>
        <p:txBody>
          <a:bodyPr/>
          <a:lstStyle/>
          <a:p>
            <a:fld id="{7D451B18-CD80-48CD-BC02-A32F3CD15744}" type="datetime1">
              <a:rPr lang="en-US" smtClean="0"/>
              <a:t>12/18/2021</a:t>
            </a:fld>
            <a:endParaRPr lang="en-US" dirty="0"/>
          </a:p>
        </p:txBody>
      </p:sp>
      <p:sp>
        <p:nvSpPr>
          <p:cNvPr id="3" name="Footer Placeholder 2">
            <a:extLst>
              <a:ext uri="{FF2B5EF4-FFF2-40B4-BE49-F238E27FC236}">
                <a16:creationId xmlns:a16="http://schemas.microsoft.com/office/drawing/2014/main" id="{6B255371-D623-4DD6-8FCE-74C9D50ACB83}"/>
              </a:ext>
            </a:extLst>
          </p:cNvPr>
          <p:cNvSpPr>
            <a:spLocks noGrp="1"/>
          </p:cNvSpPr>
          <p:nvPr>
            <p:ph type="ftr" sz="quarter" idx="3"/>
          </p:nvPr>
        </p:nvSpPr>
        <p:spPr/>
        <p:txBody>
          <a:bodyPr/>
          <a:lstStyle/>
          <a:p>
            <a:r>
              <a:rPr lang="en-US"/>
              <a:t>Copyright @Jamhuriya University</a:t>
            </a:r>
            <a:endParaRPr lang="en-US" dirty="0"/>
          </a:p>
        </p:txBody>
      </p:sp>
      <p:sp>
        <p:nvSpPr>
          <p:cNvPr id="4" name="Slide Number Placeholder 3">
            <a:extLst>
              <a:ext uri="{FF2B5EF4-FFF2-40B4-BE49-F238E27FC236}">
                <a16:creationId xmlns:a16="http://schemas.microsoft.com/office/drawing/2014/main" id="{6812DD94-9317-4E7F-A415-388AC709CCE9}"/>
              </a:ext>
            </a:extLst>
          </p:cNvPr>
          <p:cNvSpPr>
            <a:spLocks noGrp="1"/>
          </p:cNvSpPr>
          <p:nvPr>
            <p:ph type="sldNum" sz="quarter" idx="4"/>
          </p:nvPr>
        </p:nvSpPr>
        <p:spPr/>
        <p:txBody>
          <a:bodyPr/>
          <a:lstStyle/>
          <a:p>
            <a:fld id="{48F63A3B-78C7-47BE-AE5E-E10140E04643}" type="slidenum">
              <a:rPr lang="en-US" smtClean="0"/>
              <a:pPr/>
              <a:t>23</a:t>
            </a:fld>
            <a:endParaRPr lang="en-US" dirty="0"/>
          </a:p>
        </p:txBody>
      </p:sp>
      <p:sp>
        <p:nvSpPr>
          <p:cNvPr id="5" name="Rectangle 2">
            <a:extLst>
              <a:ext uri="{FF2B5EF4-FFF2-40B4-BE49-F238E27FC236}">
                <a16:creationId xmlns:a16="http://schemas.microsoft.com/office/drawing/2014/main" id="{75D3C48B-D9FA-4A11-A93C-E1BBC1224B51}"/>
              </a:ext>
            </a:extLst>
          </p:cNvPr>
          <p:cNvSpPr>
            <a:spLocks noChangeArrowheads="1"/>
          </p:cNvSpPr>
          <p:nvPr/>
        </p:nvSpPr>
        <p:spPr bwMode="blackGray">
          <a:xfrm>
            <a:off x="2331720" y="2305050"/>
            <a:ext cx="7364413" cy="3362325"/>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92075" tIns="46038" rIns="92075" bIns="46038" anchor="ctr"/>
          <a:lstStyle>
            <a:lvl1pPr>
              <a:tabLst>
                <a:tab pos="1200150" algn="l"/>
              </a:tabLst>
              <a:defRPr>
                <a:solidFill>
                  <a:schemeClr val="tx1"/>
                </a:solidFill>
                <a:latin typeface="Times New Roman" panose="02020603050405020304" pitchFamily="18" charset="0"/>
              </a:defRPr>
            </a:lvl1pPr>
            <a:lvl2pPr marL="742950" indent="-285750">
              <a:tabLst>
                <a:tab pos="1200150" algn="l"/>
              </a:tabLst>
              <a:defRPr>
                <a:solidFill>
                  <a:schemeClr val="tx1"/>
                </a:solidFill>
                <a:latin typeface="Times New Roman" panose="02020603050405020304" pitchFamily="18" charset="0"/>
              </a:defRPr>
            </a:lvl2pPr>
            <a:lvl3pPr marL="1143000" indent="-228600">
              <a:tabLst>
                <a:tab pos="1200150" algn="l"/>
              </a:tabLst>
              <a:defRPr>
                <a:solidFill>
                  <a:schemeClr val="tx1"/>
                </a:solidFill>
                <a:latin typeface="Times New Roman" panose="02020603050405020304" pitchFamily="18" charset="0"/>
              </a:defRPr>
            </a:lvl3pPr>
            <a:lvl4pPr marL="1600200" indent="-228600">
              <a:tabLst>
                <a:tab pos="1200150" algn="l"/>
              </a:tabLst>
              <a:defRPr>
                <a:solidFill>
                  <a:schemeClr val="tx1"/>
                </a:solidFill>
                <a:latin typeface="Times New Roman" panose="02020603050405020304" pitchFamily="18" charset="0"/>
              </a:defRPr>
            </a:lvl4pPr>
            <a:lvl5pPr marL="2057400" indent="-228600">
              <a:tabLst>
                <a:tab pos="1200150" algn="l"/>
              </a:tabLst>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tabLst>
                <a:tab pos="1200150" algn="l"/>
              </a:tabLst>
              <a:defRPr>
                <a:solidFill>
                  <a:schemeClr val="tx1"/>
                </a:solidFill>
                <a:latin typeface="Times New Roman" panose="02020603050405020304" pitchFamily="18" charset="0"/>
              </a:defRPr>
            </a:lvl9pPr>
          </a:lstStyle>
          <a:p>
            <a:r>
              <a:rPr lang="en-US" altLang="en-US" b="1">
                <a:latin typeface="Courier New" panose="02070309020205020404" pitchFamily="49" charset="0"/>
              </a:rPr>
              <a:t>SELECT last_name, salary,</a:t>
            </a:r>
          </a:p>
          <a:p>
            <a:r>
              <a:rPr lang="en-US" altLang="en-US" b="1">
                <a:latin typeface="Courier New" panose="02070309020205020404" pitchFamily="49" charset="0"/>
              </a:rPr>
              <a:t>       DECODE (TRUNC(salary/2000, 0),</a:t>
            </a:r>
          </a:p>
          <a:p>
            <a:r>
              <a:rPr lang="en-US" altLang="en-US" b="1">
                <a:latin typeface="Courier New" panose="02070309020205020404" pitchFamily="49" charset="0"/>
              </a:rPr>
              <a:t>                         0, 0.00,</a:t>
            </a:r>
          </a:p>
          <a:p>
            <a:r>
              <a:rPr lang="en-US" altLang="en-US" b="1">
                <a:latin typeface="Courier New" panose="02070309020205020404" pitchFamily="49" charset="0"/>
              </a:rPr>
              <a:t>                         1, 0.09,</a:t>
            </a:r>
          </a:p>
          <a:p>
            <a:r>
              <a:rPr lang="en-US" altLang="en-US" b="1">
                <a:latin typeface="Courier New" panose="02070309020205020404" pitchFamily="49" charset="0"/>
              </a:rPr>
              <a:t>                         2, 0.20,</a:t>
            </a:r>
          </a:p>
          <a:p>
            <a:r>
              <a:rPr lang="en-US" altLang="en-US" b="1">
                <a:latin typeface="Courier New" panose="02070309020205020404" pitchFamily="49" charset="0"/>
              </a:rPr>
              <a:t>                         3, 0.30,</a:t>
            </a:r>
          </a:p>
          <a:p>
            <a:r>
              <a:rPr lang="en-US" altLang="en-US" b="1">
                <a:latin typeface="Courier New" panose="02070309020205020404" pitchFamily="49" charset="0"/>
              </a:rPr>
              <a:t>                         4, 0.40,</a:t>
            </a:r>
          </a:p>
          <a:p>
            <a:r>
              <a:rPr lang="en-US" altLang="en-US" b="1">
                <a:latin typeface="Courier New" panose="02070309020205020404" pitchFamily="49" charset="0"/>
              </a:rPr>
              <a:t>                         5, 0.42,</a:t>
            </a:r>
          </a:p>
          <a:p>
            <a:r>
              <a:rPr lang="en-US" altLang="en-US" b="1">
                <a:latin typeface="Courier New" panose="02070309020205020404" pitchFamily="49" charset="0"/>
              </a:rPr>
              <a:t>                         6, 0.44,</a:t>
            </a:r>
          </a:p>
          <a:p>
            <a:r>
              <a:rPr lang="en-US" altLang="en-US" b="1">
                <a:latin typeface="Courier New" panose="02070309020205020404" pitchFamily="49" charset="0"/>
              </a:rPr>
              <a:t>                            0.45) TAX_RATE</a:t>
            </a:r>
          </a:p>
          <a:p>
            <a:r>
              <a:rPr lang="en-US" altLang="en-US" b="1">
                <a:latin typeface="Courier New" panose="02070309020205020404" pitchFamily="49" charset="0"/>
              </a:rPr>
              <a:t>FROM   employees</a:t>
            </a:r>
          </a:p>
          <a:p>
            <a:r>
              <a:rPr lang="en-US" altLang="en-US" b="1">
                <a:latin typeface="Courier New" panose="02070309020205020404" pitchFamily="49" charset="0"/>
              </a:rPr>
              <a:t>WHERE  department_id = 80;</a:t>
            </a:r>
          </a:p>
        </p:txBody>
      </p:sp>
      <p:sp>
        <p:nvSpPr>
          <p:cNvPr id="6" name="Rectangle 7">
            <a:extLst>
              <a:ext uri="{FF2B5EF4-FFF2-40B4-BE49-F238E27FC236}">
                <a16:creationId xmlns:a16="http://schemas.microsoft.com/office/drawing/2014/main" id="{7FE82CD8-BDB2-46CA-9445-D2B1DA1086FA}"/>
              </a:ext>
            </a:extLst>
          </p:cNvPr>
          <p:cNvSpPr txBox="1">
            <a:spLocks noChangeArrowheads="1"/>
          </p:cNvSpPr>
          <p:nvPr/>
        </p:nvSpPr>
        <p:spPr bwMode="auto">
          <a:xfrm>
            <a:off x="251460" y="1040976"/>
            <a:ext cx="10732770"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defRPr sz="2800">
                <a:solidFill>
                  <a:schemeClr val="tx1"/>
                </a:solidFill>
                <a:latin typeface="Times New Roman" panose="02020603050405020304" pitchFamily="18" charset="0"/>
              </a:defRPr>
            </a:lvl1pPr>
            <a:lvl2pPr marL="742950" indent="-285750">
              <a:lnSpc>
                <a:spcPct val="90000"/>
              </a:lnSpc>
              <a:spcBef>
                <a:spcPts val="500"/>
              </a:spcBef>
              <a:defRPr sz="2400">
                <a:solidFill>
                  <a:schemeClr val="tx1"/>
                </a:solidFill>
                <a:latin typeface="Times New Roman" panose="02020603050405020304" pitchFamily="18" charset="0"/>
              </a:defRPr>
            </a:lvl2pPr>
            <a:lvl3pPr marL="1143000" indent="-228600">
              <a:lnSpc>
                <a:spcPct val="90000"/>
              </a:lnSpc>
              <a:spcBef>
                <a:spcPts val="500"/>
              </a:spcBef>
              <a:defRPr sz="2000">
                <a:solidFill>
                  <a:schemeClr val="tx1"/>
                </a:solidFill>
                <a:latin typeface="Times New Roman" panose="02020603050405020304" pitchFamily="18" charset="0"/>
              </a:defRPr>
            </a:lvl3pPr>
            <a:lvl4pPr marL="1600200" indent="-228600">
              <a:lnSpc>
                <a:spcPct val="90000"/>
              </a:lnSpc>
              <a:spcBef>
                <a:spcPts val="500"/>
              </a:spcBef>
              <a:defRPr>
                <a:solidFill>
                  <a:schemeClr val="tx1"/>
                </a:solidFill>
                <a:latin typeface="Times New Roman" panose="02020603050405020304" pitchFamily="18" charset="0"/>
              </a:defRPr>
            </a:lvl4pPr>
            <a:lvl5pPr marL="2057400" indent="-228600">
              <a:lnSpc>
                <a:spcPct val="90000"/>
              </a:lnSpc>
              <a:spcBef>
                <a:spcPts val="500"/>
              </a:spcBef>
              <a:defRPr>
                <a:solidFill>
                  <a:schemeClr val="tx1"/>
                </a:solidFill>
                <a:latin typeface="Times New Roman" panose="02020603050405020304" pitchFamily="18" charset="0"/>
              </a:defRPr>
            </a:lvl5pPr>
            <a:lvl6pPr marL="25146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6pPr>
            <a:lvl7pPr marL="29718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7pPr>
            <a:lvl8pPr marL="34290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8pPr>
            <a:lvl9pPr marL="3886200" indent="-228600" eaLnBrk="0" fontAlgn="base" hangingPunct="0">
              <a:lnSpc>
                <a:spcPct val="90000"/>
              </a:lnSpc>
              <a:spcBef>
                <a:spcPts val="500"/>
              </a:spcBef>
              <a:spcAft>
                <a:spcPct val="0"/>
              </a:spcAft>
              <a:defRPr>
                <a:solidFill>
                  <a:schemeClr val="tx1"/>
                </a:solidFill>
                <a:latin typeface="Times New Roman" panose="02020603050405020304" pitchFamily="18" charset="0"/>
              </a:defRPr>
            </a:lvl9pPr>
          </a:lstStyle>
          <a:p>
            <a:pPr defTabSz="914400" eaLnBrk="1" hangingPunct="1">
              <a:lnSpc>
                <a:spcPct val="150000"/>
              </a:lnSpc>
            </a:pPr>
            <a:r>
              <a:rPr lang="en-US" altLang="en-US" dirty="0"/>
              <a:t>Display the applicable tax rate for each employee in department 80:</a:t>
            </a:r>
          </a:p>
        </p:txBody>
      </p:sp>
      <p:sp>
        <p:nvSpPr>
          <p:cNvPr id="7" name="Rectangle 5">
            <a:extLst>
              <a:ext uri="{FF2B5EF4-FFF2-40B4-BE49-F238E27FC236}">
                <a16:creationId xmlns:a16="http://schemas.microsoft.com/office/drawing/2014/main" id="{600039D2-5470-4E51-932A-888E29E89268}"/>
              </a:ext>
            </a:extLst>
          </p:cNvPr>
          <p:cNvSpPr>
            <a:spLocks noChangeArrowheads="1"/>
          </p:cNvSpPr>
          <p:nvPr/>
        </p:nvSpPr>
        <p:spPr bwMode="gray">
          <a:xfrm>
            <a:off x="3263583" y="2608263"/>
            <a:ext cx="5051425" cy="2511425"/>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defTabSz="457200"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457200"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457200"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457200" eaLnBrk="0" fontAlgn="base" hangingPunct="0">
              <a:spcBef>
                <a:spcPct val="0"/>
              </a:spcBef>
              <a:spcAft>
                <a:spcPct val="0"/>
              </a:spcAft>
              <a:defRPr>
                <a:solidFill>
                  <a:schemeClr val="tx1"/>
                </a:solidFill>
                <a:latin typeface="Times New Roman" panose="02020603050405020304" pitchFamily="18" charset="0"/>
              </a:defRPr>
            </a:lvl9pPr>
          </a:lstStyle>
          <a:p>
            <a:pPr algn="ctr" eaLnBrk="1" hangingPunct="1">
              <a:spcBef>
                <a:spcPct val="20000"/>
              </a:spcBef>
              <a:buClr>
                <a:srgbClr val="FF0000"/>
              </a:buClr>
              <a:buFont typeface="Arial" panose="020B0604020202020204" pitchFamily="34" charset="0"/>
              <a:buNone/>
            </a:pPr>
            <a:endParaRPr lang="en-US" altLang="en-US">
              <a:latin typeface="Arial" panose="020B0604020202020204" pitchFamily="34" charset="0"/>
            </a:endParaRPr>
          </a:p>
        </p:txBody>
      </p:sp>
      <p:sp>
        <p:nvSpPr>
          <p:cNvPr id="8" name="Rectangle 6">
            <a:extLst>
              <a:ext uri="{FF2B5EF4-FFF2-40B4-BE49-F238E27FC236}">
                <a16:creationId xmlns:a16="http://schemas.microsoft.com/office/drawing/2014/main" id="{0DEAB8E8-836C-4FD0-B967-D3BCE1DB1189}"/>
              </a:ext>
            </a:extLst>
          </p:cNvPr>
          <p:cNvSpPr txBox="1">
            <a:spLocks noChangeArrowheads="1"/>
          </p:cNvSpPr>
          <p:nvPr/>
        </p:nvSpPr>
        <p:spPr>
          <a:xfrm>
            <a:off x="2331720" y="150176"/>
            <a:ext cx="8030527" cy="679450"/>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en-US" sz="3600" b="1" dirty="0">
                <a:solidFill>
                  <a:schemeClr val="accent6">
                    <a:lumMod val="75000"/>
                    <a:lumOff val="25000"/>
                  </a:schemeClr>
                </a:solidFill>
                <a:latin typeface="Arial Black" panose="020B0A04020102020204" pitchFamily="34" charset="0"/>
                <a:ea typeface="+mn-ea"/>
                <a:cs typeface="Arial" pitchFamily="34" charset="0"/>
              </a:rPr>
              <a:t>Using the DECODE Function</a:t>
            </a:r>
          </a:p>
        </p:txBody>
      </p:sp>
    </p:spTree>
    <p:extLst>
      <p:ext uri="{BB962C8B-B14F-4D97-AF65-F5344CB8AC3E}">
        <p14:creationId xmlns:p14="http://schemas.microsoft.com/office/powerpoint/2010/main" val="10394414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F8EF26-7AD5-4E7F-95B3-9A57CF80C483}"/>
              </a:ext>
            </a:extLst>
          </p:cNvPr>
          <p:cNvSpPr txBox="1"/>
          <p:nvPr/>
        </p:nvSpPr>
        <p:spPr>
          <a:xfrm>
            <a:off x="1253416" y="2767283"/>
            <a:ext cx="9143999" cy="1323439"/>
          </a:xfrm>
          <a:prstGeom prst="rect">
            <a:avLst/>
          </a:prstGeom>
          <a:noFill/>
        </p:spPr>
        <p:txBody>
          <a:bodyPr wrap="square" rtlCol="0" anchor="ctr">
            <a:spAutoFit/>
          </a:bodyPr>
          <a:lstStyle/>
          <a:p>
            <a:pPr algn="ctr"/>
            <a:r>
              <a:rPr lang="en-US" altLang="ko-KR" sz="8000" dirty="0">
                <a:solidFill>
                  <a:schemeClr val="accent6">
                    <a:lumMod val="75000"/>
                    <a:lumOff val="25000"/>
                  </a:schemeClr>
                </a:solidFill>
                <a:cs typeface="Arial" pitchFamily="34" charset="0"/>
              </a:rPr>
              <a:t>THANK YOU</a:t>
            </a:r>
            <a:endParaRPr lang="ko-KR" altLang="en-US" sz="8000" dirty="0">
              <a:solidFill>
                <a:schemeClr val="accent6">
                  <a:lumMod val="75000"/>
                  <a:lumOff val="25000"/>
                </a:schemeClr>
              </a:solidFill>
              <a:cs typeface="Arial" pitchFamily="34" charset="0"/>
            </a:endParaRPr>
          </a:p>
        </p:txBody>
      </p:sp>
    </p:spTree>
    <p:extLst>
      <p:ext uri="{BB962C8B-B14F-4D97-AF65-F5344CB8AC3E}">
        <p14:creationId xmlns:p14="http://schemas.microsoft.com/office/powerpoint/2010/main" val="821656516"/>
      </p:ext>
    </p:extLst>
  </p:cSld>
  <p:clrMapOvr>
    <a:masterClrMapping/>
  </p:clrMapOvr>
</p:sld>
</file>

<file path=ppt/theme/theme1.xml><?xml version="1.0" encoding="utf-8"?>
<a:theme xmlns:a="http://schemas.openxmlformats.org/drawingml/2006/main" name="Contents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4402</TotalTime>
  <Words>2082</Words>
  <Application>Microsoft Office PowerPoint</Application>
  <PresentationFormat>Widescreen</PresentationFormat>
  <Paragraphs>320</Paragraphs>
  <Slides>24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Calibri</vt:lpstr>
      <vt:lpstr>Courier New</vt:lpstr>
      <vt:lpstr>Helvetica</vt:lpstr>
      <vt:lpstr>Tahoma</vt:lpstr>
      <vt:lpstr>Times New Roman</vt:lpstr>
      <vt:lpstr>Wingdings</vt:lpstr>
      <vt:lpstr>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KAAMIL COMPUTER</cp:lastModifiedBy>
  <cp:revision>580</cp:revision>
  <dcterms:created xsi:type="dcterms:W3CDTF">2020-01-20T05:08:25Z</dcterms:created>
  <dcterms:modified xsi:type="dcterms:W3CDTF">2021-12-18T09:25:44Z</dcterms:modified>
</cp:coreProperties>
</file>